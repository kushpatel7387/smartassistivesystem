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25" r:id="rId4"/>
  </p:sldMasterIdLst>
  <p:notesMasterIdLst>
    <p:notesMasterId r:id="rId12"/>
  </p:notesMasterIdLst>
  <p:handoutMasterIdLst>
    <p:handoutMasterId r:id="rId13"/>
  </p:handoutMasterIdLst>
  <p:sldIdLst>
    <p:sldId id="287" r:id="rId5"/>
    <p:sldId id="283" r:id="rId6"/>
    <p:sldId id="271" r:id="rId7"/>
    <p:sldId id="281" r:id="rId8"/>
    <p:sldId id="286" r:id="rId9"/>
    <p:sldId id="279" r:id="rId10"/>
    <p:sldId id="28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9E6DF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DA1641-B580-4A95-9956-D67420BC39DB}" v="45" dt="2026-03-30T15:56:45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9" autoAdjust="0"/>
    <p:restoredTop sz="90655" autoAdjust="0"/>
  </p:normalViewPr>
  <p:slideViewPr>
    <p:cSldViewPr snapToGrid="0">
      <p:cViewPr varScale="1">
        <p:scale>
          <a:sx n="80" d="100"/>
          <a:sy n="80" d="100"/>
        </p:scale>
        <p:origin x="423" y="45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ng Sureshbhai Prajapati" userId="154aa9a0-56cb-4c77-b76e-8160eea2b5fa" providerId="ADAL" clId="{8CE20E05-7577-4CD5-82B6-C54341BB9624}"/>
    <pc:docChg chg="undo custSel addSld delSld modSld">
      <pc:chgData name="Sarang Sureshbhai Prajapati" userId="154aa9a0-56cb-4c77-b76e-8160eea2b5fa" providerId="ADAL" clId="{8CE20E05-7577-4CD5-82B6-C54341BB9624}" dt="2026-03-30T17:58:07.585" v="685" actId="14100"/>
      <pc:docMkLst>
        <pc:docMk/>
      </pc:docMkLst>
      <pc:sldChg chg="addSp delSp modSp mod">
        <pc:chgData name="Sarang Sureshbhai Prajapati" userId="154aa9a0-56cb-4c77-b76e-8160eea2b5fa" providerId="ADAL" clId="{8CE20E05-7577-4CD5-82B6-C54341BB9624}" dt="2026-03-30T16:55:59.713" v="661" actId="14100"/>
        <pc:sldMkLst>
          <pc:docMk/>
          <pc:sldMk cId="1969787568" sldId="271"/>
        </pc:sldMkLst>
        <pc:spChg chg="mod">
          <ac:chgData name="Sarang Sureshbhai Prajapati" userId="154aa9a0-56cb-4c77-b76e-8160eea2b5fa" providerId="ADAL" clId="{8CE20E05-7577-4CD5-82B6-C54341BB9624}" dt="2026-03-30T15:56:05.160" v="475" actId="313"/>
          <ac:spMkLst>
            <pc:docMk/>
            <pc:sldMk cId="1969787568" sldId="271"/>
            <ac:spMk id="5" creationId="{9283A41B-E2B7-BEEC-CC4B-C46609369050}"/>
          </ac:spMkLst>
        </pc:spChg>
        <pc:spChg chg="mod">
          <ac:chgData name="Sarang Sureshbhai Prajapati" userId="154aa9a0-56cb-4c77-b76e-8160eea2b5fa" providerId="ADAL" clId="{8CE20E05-7577-4CD5-82B6-C54341BB9624}" dt="2026-03-30T15:55:48.362" v="460"/>
          <ac:spMkLst>
            <pc:docMk/>
            <pc:sldMk cId="1969787568" sldId="271"/>
            <ac:spMk id="6" creationId="{D27FAA14-0FDD-603C-9449-D50B195D65E3}"/>
          </ac:spMkLst>
        </pc:spChg>
        <pc:spChg chg="mod">
          <ac:chgData name="Sarang Sureshbhai Prajapati" userId="154aa9a0-56cb-4c77-b76e-8160eea2b5fa" providerId="ADAL" clId="{8CE20E05-7577-4CD5-82B6-C54341BB9624}" dt="2026-03-30T15:54:24.573" v="455"/>
          <ac:spMkLst>
            <pc:docMk/>
            <pc:sldMk cId="1969787568" sldId="271"/>
            <ac:spMk id="7" creationId="{1E0B3316-9F73-E502-60CD-F10A3E4A2600}"/>
          </ac:spMkLst>
        </pc:spChg>
        <pc:spChg chg="add del mod">
          <ac:chgData name="Sarang Sureshbhai Prajapati" userId="154aa9a0-56cb-4c77-b76e-8160eea2b5fa" providerId="ADAL" clId="{8CE20E05-7577-4CD5-82B6-C54341BB9624}" dt="2026-03-30T16:54:30.790" v="633" actId="931"/>
          <ac:spMkLst>
            <pc:docMk/>
            <pc:sldMk cId="1969787568" sldId="271"/>
            <ac:spMk id="8" creationId="{BE7012DF-7284-9B56-CC94-2CB07DCD4279}"/>
          </ac:spMkLst>
        </pc:spChg>
        <pc:spChg chg="mod">
          <ac:chgData name="Sarang Sureshbhai Prajapati" userId="154aa9a0-56cb-4c77-b76e-8160eea2b5fa" providerId="ADAL" clId="{8CE20E05-7577-4CD5-82B6-C54341BB9624}" dt="2026-03-30T15:35:49.395" v="28"/>
          <ac:spMkLst>
            <pc:docMk/>
            <pc:sldMk cId="1969787568" sldId="271"/>
            <ac:spMk id="26" creationId="{7CF632BE-6613-88A8-3918-B86551383FAE}"/>
          </ac:spMkLst>
        </pc:spChg>
        <pc:picChg chg="del">
          <ac:chgData name="Sarang Sureshbhai Prajapati" userId="154aa9a0-56cb-4c77-b76e-8160eea2b5fa" providerId="ADAL" clId="{8CE20E05-7577-4CD5-82B6-C54341BB9624}" dt="2026-03-30T15:54:30.547" v="457" actId="478"/>
          <ac:picMkLst>
            <pc:docMk/>
            <pc:sldMk cId="1969787568" sldId="271"/>
            <ac:picMk id="3" creationId="{2C0D68DC-67C7-EB54-6A05-C9B7538D5FDF}"/>
          </ac:picMkLst>
        </pc:picChg>
        <pc:picChg chg="del">
          <ac:chgData name="Sarang Sureshbhai Prajapati" userId="154aa9a0-56cb-4c77-b76e-8160eea2b5fa" providerId="ADAL" clId="{8CE20E05-7577-4CD5-82B6-C54341BB9624}" dt="2026-03-30T15:54:32.529" v="458" actId="478"/>
          <ac:picMkLst>
            <pc:docMk/>
            <pc:sldMk cId="1969787568" sldId="271"/>
            <ac:picMk id="4" creationId="{CE719B5A-361B-49F3-02F2-0987F8B3E429}"/>
          </ac:picMkLst>
        </pc:picChg>
        <pc:picChg chg="add mod ord">
          <ac:chgData name="Sarang Sureshbhai Prajapati" userId="154aa9a0-56cb-4c77-b76e-8160eea2b5fa" providerId="ADAL" clId="{8CE20E05-7577-4CD5-82B6-C54341BB9624}" dt="2026-03-30T16:55:20.415" v="652" actId="1076"/>
          <ac:picMkLst>
            <pc:docMk/>
            <pc:sldMk cId="1969787568" sldId="271"/>
            <ac:picMk id="10" creationId="{79814541-2C35-E218-C949-B4D4E9996F4D}"/>
          </ac:picMkLst>
        </pc:picChg>
        <pc:picChg chg="add mod">
          <ac:chgData name="Sarang Sureshbhai Prajapati" userId="154aa9a0-56cb-4c77-b76e-8160eea2b5fa" providerId="ADAL" clId="{8CE20E05-7577-4CD5-82B6-C54341BB9624}" dt="2026-03-30T16:55:22.398" v="653" actId="1076"/>
          <ac:picMkLst>
            <pc:docMk/>
            <pc:sldMk cId="1969787568" sldId="271"/>
            <ac:picMk id="12" creationId="{B16AED80-2D30-0856-4910-164ADA173B78}"/>
          </ac:picMkLst>
        </pc:picChg>
        <pc:picChg chg="add mod">
          <ac:chgData name="Sarang Sureshbhai Prajapati" userId="154aa9a0-56cb-4c77-b76e-8160eea2b5fa" providerId="ADAL" clId="{8CE20E05-7577-4CD5-82B6-C54341BB9624}" dt="2026-03-30T16:55:17.855" v="651" actId="1076"/>
          <ac:picMkLst>
            <pc:docMk/>
            <pc:sldMk cId="1969787568" sldId="271"/>
            <ac:picMk id="14" creationId="{5C0B26A3-3DB1-F814-54DC-AA18B634251A}"/>
          </ac:picMkLst>
        </pc:picChg>
        <pc:picChg chg="add mod">
          <ac:chgData name="Sarang Sureshbhai Prajapati" userId="154aa9a0-56cb-4c77-b76e-8160eea2b5fa" providerId="ADAL" clId="{8CE20E05-7577-4CD5-82B6-C54341BB9624}" dt="2026-03-30T16:55:59.713" v="661" actId="14100"/>
          <ac:picMkLst>
            <pc:docMk/>
            <pc:sldMk cId="1969787568" sldId="271"/>
            <ac:picMk id="16" creationId="{D789971F-A3FF-BB8C-B063-5102F10D93A7}"/>
          </ac:picMkLst>
        </pc:picChg>
        <pc:picChg chg="del">
          <ac:chgData name="Sarang Sureshbhai Prajapati" userId="154aa9a0-56cb-4c77-b76e-8160eea2b5fa" providerId="ADAL" clId="{8CE20E05-7577-4CD5-82B6-C54341BB9624}" dt="2026-03-30T15:54:28.135" v="456" actId="478"/>
          <ac:picMkLst>
            <pc:docMk/>
            <pc:sldMk cId="1969787568" sldId="271"/>
            <ac:picMk id="21" creationId="{7CC1BB00-99DA-4BF7-B4AB-564E6390371C}"/>
          </ac:picMkLst>
        </pc:picChg>
        <pc:picChg chg="del">
          <ac:chgData name="Sarang Sureshbhai Prajapati" userId="154aa9a0-56cb-4c77-b76e-8160eea2b5fa" providerId="ADAL" clId="{8CE20E05-7577-4CD5-82B6-C54341BB9624}" dt="2026-03-30T15:54:37.030" v="459" actId="478"/>
          <ac:picMkLst>
            <pc:docMk/>
            <pc:sldMk cId="1969787568" sldId="271"/>
            <ac:picMk id="25" creationId="{0FDA1DE7-0106-1A56-D25E-78F4A742DF00}"/>
          </ac:picMkLst>
        </pc:picChg>
      </pc:sldChg>
      <pc:sldChg chg="addSp delSp modSp mod delAnim">
        <pc:chgData name="Sarang Sureshbhai Prajapati" userId="154aa9a0-56cb-4c77-b76e-8160eea2b5fa" providerId="ADAL" clId="{8CE20E05-7577-4CD5-82B6-C54341BB9624}" dt="2026-03-30T17:58:07.585" v="685" actId="14100"/>
        <pc:sldMkLst>
          <pc:docMk/>
          <pc:sldMk cId="2241459136" sldId="279"/>
        </pc:sldMkLst>
        <pc:spChg chg="mod">
          <ac:chgData name="Sarang Sureshbhai Prajapati" userId="154aa9a0-56cb-4c77-b76e-8160eea2b5fa" providerId="ADAL" clId="{8CE20E05-7577-4CD5-82B6-C54341BB9624}" dt="2026-03-30T15:56:23.843" v="478"/>
          <ac:spMkLst>
            <pc:docMk/>
            <pc:sldMk cId="2241459136" sldId="279"/>
            <ac:spMk id="3" creationId="{A9412F5D-B491-D0A5-ED39-B385388C567B}"/>
          </ac:spMkLst>
        </pc:spChg>
        <pc:spChg chg="mod">
          <ac:chgData name="Sarang Sureshbhai Prajapati" userId="154aa9a0-56cb-4c77-b76e-8160eea2b5fa" providerId="ADAL" clId="{8CE20E05-7577-4CD5-82B6-C54341BB9624}" dt="2026-03-30T15:56:45.514" v="481"/>
          <ac:spMkLst>
            <pc:docMk/>
            <pc:sldMk cId="2241459136" sldId="279"/>
            <ac:spMk id="4" creationId="{8B5DF4AB-5679-4B2F-5977-31B4D23C95E4}"/>
          </ac:spMkLst>
        </pc:spChg>
        <pc:picChg chg="add del mod">
          <ac:chgData name="Sarang Sureshbhai Prajapati" userId="154aa9a0-56cb-4c77-b76e-8160eea2b5fa" providerId="ADAL" clId="{8CE20E05-7577-4CD5-82B6-C54341BB9624}" dt="2026-03-30T17:29:05.526" v="672" actId="478"/>
          <ac:picMkLst>
            <pc:docMk/>
            <pc:sldMk cId="2241459136" sldId="279"/>
            <ac:picMk id="6" creationId="{90B71A99-6E67-643D-019D-5F71E5E11DBE}"/>
          </ac:picMkLst>
        </pc:picChg>
        <pc:picChg chg="del">
          <ac:chgData name="Sarang Sureshbhai Prajapati" userId="154aa9a0-56cb-4c77-b76e-8160eea2b5fa" providerId="ADAL" clId="{8CE20E05-7577-4CD5-82B6-C54341BB9624}" dt="2026-03-30T17:02:29.728" v="663" actId="478"/>
          <ac:picMkLst>
            <pc:docMk/>
            <pc:sldMk cId="2241459136" sldId="279"/>
            <ac:picMk id="7" creationId="{04C9385C-B3B7-4FB7-584A-16C18CDA4475}"/>
          </ac:picMkLst>
        </pc:picChg>
        <pc:picChg chg="add mod">
          <ac:chgData name="Sarang Sureshbhai Prajapati" userId="154aa9a0-56cb-4c77-b76e-8160eea2b5fa" providerId="ADAL" clId="{8CE20E05-7577-4CD5-82B6-C54341BB9624}" dt="2026-03-30T17:58:07.585" v="685" actId="14100"/>
          <ac:picMkLst>
            <pc:docMk/>
            <pc:sldMk cId="2241459136" sldId="279"/>
            <ac:picMk id="9" creationId="{AA9C3BBD-7918-49AD-2010-4DD4B4D25D76}"/>
          </ac:picMkLst>
        </pc:picChg>
        <pc:picChg chg="del">
          <ac:chgData name="Sarang Sureshbhai Prajapati" userId="154aa9a0-56cb-4c77-b76e-8160eea2b5fa" providerId="ADAL" clId="{8CE20E05-7577-4CD5-82B6-C54341BB9624}" dt="2026-03-30T17:05:44.287" v="664" actId="478"/>
          <ac:picMkLst>
            <pc:docMk/>
            <pc:sldMk cId="2241459136" sldId="279"/>
            <ac:picMk id="10" creationId="{34E7D37B-033B-2B16-C3E3-367FABB91228}"/>
          </ac:picMkLst>
        </pc:picChg>
      </pc:sldChg>
      <pc:sldChg chg="addSp delSp modSp mod">
        <pc:chgData name="Sarang Sureshbhai Prajapati" userId="154aa9a0-56cb-4c77-b76e-8160eea2b5fa" providerId="ADAL" clId="{8CE20E05-7577-4CD5-82B6-C54341BB9624}" dt="2026-03-30T16:52:07.203" v="632" actId="1076"/>
        <pc:sldMkLst>
          <pc:docMk/>
          <pc:sldMk cId="103458723" sldId="281"/>
        </pc:sldMkLst>
        <pc:spChg chg="mod">
          <ac:chgData name="Sarang Sureshbhai Prajapati" userId="154aa9a0-56cb-4c77-b76e-8160eea2b5fa" providerId="ADAL" clId="{8CE20E05-7577-4CD5-82B6-C54341BB9624}" dt="2026-03-30T15:56:17.164" v="476"/>
          <ac:spMkLst>
            <pc:docMk/>
            <pc:sldMk cId="103458723" sldId="281"/>
            <ac:spMk id="3" creationId="{A9F9537E-E4B6-B0C6-BC32-D6DFA3BAAF43}"/>
          </ac:spMkLst>
        </pc:spChg>
        <pc:spChg chg="mod">
          <ac:chgData name="Sarang Sureshbhai Prajapati" userId="154aa9a0-56cb-4c77-b76e-8160eea2b5fa" providerId="ADAL" clId="{8CE20E05-7577-4CD5-82B6-C54341BB9624}" dt="2026-03-30T15:56:38.670" v="479"/>
          <ac:spMkLst>
            <pc:docMk/>
            <pc:sldMk cId="103458723" sldId="281"/>
            <ac:spMk id="5" creationId="{40D11121-86A3-DCCD-B82B-7CFCDBA46222}"/>
          </ac:spMkLst>
        </pc:spChg>
        <pc:spChg chg="mod">
          <ac:chgData name="Sarang Sureshbhai Prajapati" userId="154aa9a0-56cb-4c77-b76e-8160eea2b5fa" providerId="ADAL" clId="{8CE20E05-7577-4CD5-82B6-C54341BB9624}" dt="2026-03-30T15:35:49.395" v="28"/>
          <ac:spMkLst>
            <pc:docMk/>
            <pc:sldMk cId="103458723" sldId="281"/>
            <ac:spMk id="8" creationId="{8F44A959-C2BB-9170-C99C-1A2EDB71B994}"/>
          </ac:spMkLst>
        </pc:spChg>
        <pc:spChg chg="add del mod">
          <ac:chgData name="Sarang Sureshbhai Prajapati" userId="154aa9a0-56cb-4c77-b76e-8160eea2b5fa" providerId="ADAL" clId="{8CE20E05-7577-4CD5-82B6-C54341BB9624}" dt="2026-03-30T16:48:35.676" v="589" actId="931"/>
          <ac:spMkLst>
            <pc:docMk/>
            <pc:sldMk cId="103458723" sldId="281"/>
            <ac:spMk id="10" creationId="{CFF8D060-F4C9-F723-87C4-2FBF00ADDB47}"/>
          </ac:spMkLst>
        </pc:spChg>
        <pc:picChg chg="del">
          <ac:chgData name="Sarang Sureshbhai Prajapati" userId="154aa9a0-56cb-4c77-b76e-8160eea2b5fa" providerId="ADAL" clId="{8CE20E05-7577-4CD5-82B6-C54341BB9624}" dt="2026-03-30T16:46:32.110" v="585" actId="478"/>
          <ac:picMkLst>
            <pc:docMk/>
            <pc:sldMk cId="103458723" sldId="281"/>
            <ac:picMk id="4" creationId="{236B9049-CC53-EB18-9410-6D0291CA23EB}"/>
          </ac:picMkLst>
        </pc:picChg>
        <pc:picChg chg="del">
          <ac:chgData name="Sarang Sureshbhai Prajapati" userId="154aa9a0-56cb-4c77-b76e-8160eea2b5fa" providerId="ADAL" clId="{8CE20E05-7577-4CD5-82B6-C54341BB9624}" dt="2026-03-30T16:46:34.417" v="586" actId="478"/>
          <ac:picMkLst>
            <pc:docMk/>
            <pc:sldMk cId="103458723" sldId="281"/>
            <ac:picMk id="6" creationId="{1162B73A-4985-1865-4967-018E77BE2B23}"/>
          </ac:picMkLst>
        </pc:picChg>
        <pc:picChg chg="del">
          <ac:chgData name="Sarang Sureshbhai Prajapati" userId="154aa9a0-56cb-4c77-b76e-8160eea2b5fa" providerId="ADAL" clId="{8CE20E05-7577-4CD5-82B6-C54341BB9624}" dt="2026-03-30T16:46:35.942" v="587" actId="478"/>
          <ac:picMkLst>
            <pc:docMk/>
            <pc:sldMk cId="103458723" sldId="281"/>
            <ac:picMk id="9" creationId="{29195744-FE61-149B-50D9-9C12C70C74DD}"/>
          </ac:picMkLst>
        </pc:picChg>
        <pc:picChg chg="del">
          <ac:chgData name="Sarang Sureshbhai Prajapati" userId="154aa9a0-56cb-4c77-b76e-8160eea2b5fa" providerId="ADAL" clId="{8CE20E05-7577-4CD5-82B6-C54341BB9624}" dt="2026-03-30T16:46:37.405" v="588" actId="478"/>
          <ac:picMkLst>
            <pc:docMk/>
            <pc:sldMk cId="103458723" sldId="281"/>
            <ac:picMk id="11" creationId="{BE67AB5A-282C-20DD-7C92-89D5D9CDFA28}"/>
          </ac:picMkLst>
        </pc:picChg>
        <pc:picChg chg="del">
          <ac:chgData name="Sarang Sureshbhai Prajapati" userId="154aa9a0-56cb-4c77-b76e-8160eea2b5fa" providerId="ADAL" clId="{8CE20E05-7577-4CD5-82B6-C54341BB9624}" dt="2026-03-30T16:46:30.715" v="584" actId="478"/>
          <ac:picMkLst>
            <pc:docMk/>
            <pc:sldMk cId="103458723" sldId="281"/>
            <ac:picMk id="13" creationId="{2E10EFB7-880F-ADCE-D2E7-06F7F0151E23}"/>
          </ac:picMkLst>
        </pc:picChg>
        <pc:picChg chg="add mod ord">
          <ac:chgData name="Sarang Sureshbhai Prajapati" userId="154aa9a0-56cb-4c77-b76e-8160eea2b5fa" providerId="ADAL" clId="{8CE20E05-7577-4CD5-82B6-C54341BB9624}" dt="2026-03-30T16:52:07.203" v="632" actId="1076"/>
          <ac:picMkLst>
            <pc:docMk/>
            <pc:sldMk cId="103458723" sldId="281"/>
            <ac:picMk id="14" creationId="{546E12BF-3DD1-2760-0CFD-F110021DDD9B}"/>
          </ac:picMkLst>
        </pc:picChg>
        <pc:picChg chg="add mod">
          <ac:chgData name="Sarang Sureshbhai Prajapati" userId="154aa9a0-56cb-4c77-b76e-8160eea2b5fa" providerId="ADAL" clId="{8CE20E05-7577-4CD5-82B6-C54341BB9624}" dt="2026-03-30T16:52:04.767" v="631" actId="1076"/>
          <ac:picMkLst>
            <pc:docMk/>
            <pc:sldMk cId="103458723" sldId="281"/>
            <ac:picMk id="16" creationId="{D0A3404F-9708-F2F2-0E4B-DE89C1E99F1E}"/>
          </ac:picMkLst>
        </pc:picChg>
        <pc:picChg chg="add mod">
          <ac:chgData name="Sarang Sureshbhai Prajapati" userId="154aa9a0-56cb-4c77-b76e-8160eea2b5fa" providerId="ADAL" clId="{8CE20E05-7577-4CD5-82B6-C54341BB9624}" dt="2026-03-30T16:52:01.082" v="630" actId="1076"/>
          <ac:picMkLst>
            <pc:docMk/>
            <pc:sldMk cId="103458723" sldId="281"/>
            <ac:picMk id="18" creationId="{C01CE7D3-DF76-6084-F07A-B4171A27C8A8}"/>
          </ac:picMkLst>
        </pc:picChg>
        <pc:picChg chg="add mod">
          <ac:chgData name="Sarang Sureshbhai Prajapati" userId="154aa9a0-56cb-4c77-b76e-8160eea2b5fa" providerId="ADAL" clId="{8CE20E05-7577-4CD5-82B6-C54341BB9624}" dt="2026-03-30T16:51:58.583" v="629" actId="1076"/>
          <ac:picMkLst>
            <pc:docMk/>
            <pc:sldMk cId="103458723" sldId="281"/>
            <ac:picMk id="20" creationId="{50EDFAB3-C7B2-C319-C7B6-EF18DD703A56}"/>
          </ac:picMkLst>
        </pc:picChg>
        <pc:picChg chg="add mod">
          <ac:chgData name="Sarang Sureshbhai Prajapati" userId="154aa9a0-56cb-4c77-b76e-8160eea2b5fa" providerId="ADAL" clId="{8CE20E05-7577-4CD5-82B6-C54341BB9624}" dt="2026-03-30T16:51:54.848" v="628" actId="1076"/>
          <ac:picMkLst>
            <pc:docMk/>
            <pc:sldMk cId="103458723" sldId="281"/>
            <ac:picMk id="22" creationId="{65771626-D770-09A9-62B0-0148C1BC8FAA}"/>
          </ac:picMkLst>
        </pc:picChg>
      </pc:sldChg>
      <pc:sldChg chg="addSp delSp modSp mod">
        <pc:chgData name="Sarang Sureshbhai Prajapati" userId="154aa9a0-56cb-4c77-b76e-8160eea2b5fa" providerId="ADAL" clId="{8CE20E05-7577-4CD5-82B6-C54341BB9624}" dt="2026-03-30T17:57:19.915" v="683" actId="962"/>
        <pc:sldMkLst>
          <pc:docMk/>
          <pc:sldMk cId="1658164610" sldId="283"/>
        </pc:sldMkLst>
        <pc:spChg chg="mod">
          <ac:chgData name="Sarang Sureshbhai Prajapati" userId="154aa9a0-56cb-4c77-b76e-8160eea2b5fa" providerId="ADAL" clId="{8CE20E05-7577-4CD5-82B6-C54341BB9624}" dt="2026-03-30T15:39:18.903" v="61" actId="207"/>
          <ac:spMkLst>
            <pc:docMk/>
            <pc:sldMk cId="1658164610" sldId="283"/>
            <ac:spMk id="2" creationId="{939EF95F-A926-4477-57F0-2C65A564B18C}"/>
          </ac:spMkLst>
        </pc:spChg>
        <pc:spChg chg="mod">
          <ac:chgData name="Sarang Sureshbhai Prajapati" userId="154aa9a0-56cb-4c77-b76e-8160eea2b5fa" providerId="ADAL" clId="{8CE20E05-7577-4CD5-82B6-C54341BB9624}" dt="2026-03-30T15:35:49.395" v="28"/>
          <ac:spMkLst>
            <pc:docMk/>
            <pc:sldMk cId="1658164610" sldId="283"/>
            <ac:spMk id="5" creationId="{E74B0ADB-527F-A58C-9372-D8502ED6F918}"/>
          </ac:spMkLst>
        </pc:spChg>
        <pc:spChg chg="mod">
          <ac:chgData name="Sarang Sureshbhai Prajapati" userId="154aa9a0-56cb-4c77-b76e-8160eea2b5fa" providerId="ADAL" clId="{8CE20E05-7577-4CD5-82B6-C54341BB9624}" dt="2026-03-30T15:50:06.547" v="422" actId="962"/>
          <ac:spMkLst>
            <pc:docMk/>
            <pc:sldMk cId="1658164610" sldId="283"/>
            <ac:spMk id="6" creationId="{32455C31-B59D-366A-0835-B8D46D0FB69F}"/>
          </ac:spMkLst>
        </pc:spChg>
        <pc:graphicFrameChg chg="mod modGraphic">
          <ac:chgData name="Sarang Sureshbhai Prajapati" userId="154aa9a0-56cb-4c77-b76e-8160eea2b5fa" providerId="ADAL" clId="{8CE20E05-7577-4CD5-82B6-C54341BB9624}" dt="2026-03-30T15:54:02.790" v="450" actId="113"/>
          <ac:graphicFrameMkLst>
            <pc:docMk/>
            <pc:sldMk cId="1658164610" sldId="283"/>
            <ac:graphicFrameMk id="10" creationId="{98ED67AF-B48B-F5F8-E2FD-1C98C42C4D54}"/>
          </ac:graphicFrameMkLst>
        </pc:graphicFrameChg>
        <pc:picChg chg="add mod">
          <ac:chgData name="Sarang Sureshbhai Prajapati" userId="154aa9a0-56cb-4c77-b76e-8160eea2b5fa" providerId="ADAL" clId="{8CE20E05-7577-4CD5-82B6-C54341BB9624}" dt="2026-03-30T15:50:06.547" v="421" actId="27614"/>
          <ac:picMkLst>
            <pc:docMk/>
            <pc:sldMk cId="1658164610" sldId="283"/>
            <ac:picMk id="7" creationId="{1D9443E2-8B54-1DC6-96E9-0176EA51A436}"/>
          </ac:picMkLst>
        </pc:picChg>
        <pc:picChg chg="add mod">
          <ac:chgData name="Sarang Sureshbhai Prajapati" userId="154aa9a0-56cb-4c77-b76e-8160eea2b5fa" providerId="ADAL" clId="{8CE20E05-7577-4CD5-82B6-C54341BB9624}" dt="2026-03-30T17:57:19.915" v="683" actId="962"/>
          <ac:picMkLst>
            <pc:docMk/>
            <pc:sldMk cId="1658164610" sldId="283"/>
            <ac:picMk id="9" creationId="{AF04E8E0-3246-7EF6-2C72-86D005AE3911}"/>
          </ac:picMkLst>
        </pc:picChg>
        <pc:picChg chg="del">
          <ac:chgData name="Sarang Sureshbhai Prajapati" userId="154aa9a0-56cb-4c77-b76e-8160eea2b5fa" providerId="ADAL" clId="{8CE20E05-7577-4CD5-82B6-C54341BB9624}" dt="2026-03-30T15:53:23.223" v="438" actId="478"/>
          <ac:picMkLst>
            <pc:docMk/>
            <pc:sldMk cId="1658164610" sldId="283"/>
            <ac:picMk id="11" creationId="{92761346-C8A7-82AD-69F0-FADEEDAF8A30}"/>
          </ac:picMkLst>
        </pc:picChg>
        <pc:picChg chg="add mod">
          <ac:chgData name="Sarang Sureshbhai Prajapati" userId="154aa9a0-56cb-4c77-b76e-8160eea2b5fa" providerId="ADAL" clId="{8CE20E05-7577-4CD5-82B6-C54341BB9624}" dt="2026-03-30T15:51:15.543" v="429" actId="1076"/>
          <ac:picMkLst>
            <pc:docMk/>
            <pc:sldMk cId="1658164610" sldId="283"/>
            <ac:picMk id="12" creationId="{218FD987-803F-7D34-BAF2-842A647E779A}"/>
          </ac:picMkLst>
        </pc:picChg>
        <pc:picChg chg="del">
          <ac:chgData name="Sarang Sureshbhai Prajapati" userId="154aa9a0-56cb-4c77-b76e-8160eea2b5fa" providerId="ADAL" clId="{8CE20E05-7577-4CD5-82B6-C54341BB9624}" dt="2026-03-30T15:52:02.115" v="430" actId="478"/>
          <ac:picMkLst>
            <pc:docMk/>
            <pc:sldMk cId="1658164610" sldId="283"/>
            <ac:picMk id="13" creationId="{010C8F52-2C91-8ED0-807C-0AA9B1E01280}"/>
          </ac:picMkLst>
        </pc:picChg>
        <pc:picChg chg="del">
          <ac:chgData name="Sarang Sureshbhai Prajapati" userId="154aa9a0-56cb-4c77-b76e-8160eea2b5fa" providerId="ADAL" clId="{8CE20E05-7577-4CD5-82B6-C54341BB9624}" dt="2026-03-30T15:50:54.797" v="423" actId="478"/>
          <ac:picMkLst>
            <pc:docMk/>
            <pc:sldMk cId="1658164610" sldId="283"/>
            <ac:picMk id="15" creationId="{70300CAE-7454-DA05-AE30-55BC24C90118}"/>
          </ac:picMkLst>
        </pc:picChg>
        <pc:picChg chg="add mod">
          <ac:chgData name="Sarang Sureshbhai Prajapati" userId="154aa9a0-56cb-4c77-b76e-8160eea2b5fa" providerId="ADAL" clId="{8CE20E05-7577-4CD5-82B6-C54341BB9624}" dt="2026-03-30T15:52:31.348" v="437" actId="1076"/>
          <ac:picMkLst>
            <pc:docMk/>
            <pc:sldMk cId="1658164610" sldId="283"/>
            <ac:picMk id="16" creationId="{77EE9E85-4754-DA86-F694-8DFDE3C4CF7D}"/>
          </ac:picMkLst>
        </pc:picChg>
        <pc:picChg chg="del">
          <ac:chgData name="Sarang Sureshbhai Prajapati" userId="154aa9a0-56cb-4c77-b76e-8160eea2b5fa" providerId="ADAL" clId="{8CE20E05-7577-4CD5-82B6-C54341BB9624}" dt="2026-03-30T16:56:39.153" v="662" actId="478"/>
          <ac:picMkLst>
            <pc:docMk/>
            <pc:sldMk cId="1658164610" sldId="283"/>
            <ac:picMk id="17" creationId="{95F2B224-8035-A625-298E-E61BB318F931}"/>
          </ac:picMkLst>
        </pc:picChg>
        <pc:picChg chg="del">
          <ac:chgData name="Sarang Sureshbhai Prajapati" userId="154aa9a0-56cb-4c77-b76e-8160eea2b5fa" providerId="ADAL" clId="{8CE20E05-7577-4CD5-82B6-C54341BB9624}" dt="2026-03-30T15:49:14.015" v="406" actId="478"/>
          <ac:picMkLst>
            <pc:docMk/>
            <pc:sldMk cId="1658164610" sldId="283"/>
            <ac:picMk id="18" creationId="{8D19EA32-2BD5-8A4B-C592-1C29EA56A7B7}"/>
          </ac:picMkLst>
        </pc:picChg>
        <pc:picChg chg="add mod">
          <ac:chgData name="Sarang Sureshbhai Prajapati" userId="154aa9a0-56cb-4c77-b76e-8160eea2b5fa" providerId="ADAL" clId="{8CE20E05-7577-4CD5-82B6-C54341BB9624}" dt="2026-03-30T15:53:53.145" v="443" actId="27614"/>
          <ac:picMkLst>
            <pc:docMk/>
            <pc:sldMk cId="1658164610" sldId="283"/>
            <ac:picMk id="20" creationId="{8896DBB4-2326-69B7-2F3E-993645C06572}"/>
          </ac:picMkLst>
        </pc:picChg>
        <pc:picChg chg="add del">
          <ac:chgData name="Sarang Sureshbhai Prajapati" userId="154aa9a0-56cb-4c77-b76e-8160eea2b5fa" providerId="ADAL" clId="{8CE20E05-7577-4CD5-82B6-C54341BB9624}" dt="2026-03-30T15:53:58.041" v="447" actId="22"/>
          <ac:picMkLst>
            <pc:docMk/>
            <pc:sldMk cId="1658164610" sldId="283"/>
            <ac:picMk id="22" creationId="{B7563278-CAB1-81F1-0183-D8931FE0A7FD}"/>
          </ac:picMkLst>
        </pc:picChg>
      </pc:sldChg>
      <pc:sldChg chg="addSp delSp modSp mod">
        <pc:chgData name="Sarang Sureshbhai Prajapati" userId="154aa9a0-56cb-4c77-b76e-8160eea2b5fa" providerId="ADAL" clId="{8CE20E05-7577-4CD5-82B6-C54341BB9624}" dt="2026-03-30T16:45:41.510" v="582" actId="962"/>
        <pc:sldMkLst>
          <pc:docMk/>
          <pc:sldMk cId="738193436" sldId="286"/>
        </pc:sldMkLst>
        <pc:spChg chg="mod">
          <ac:chgData name="Sarang Sureshbhai Prajapati" userId="154aa9a0-56cb-4c77-b76e-8160eea2b5fa" providerId="ADAL" clId="{8CE20E05-7577-4CD5-82B6-C54341BB9624}" dt="2026-03-30T15:56:20.549" v="477"/>
          <ac:spMkLst>
            <pc:docMk/>
            <pc:sldMk cId="738193436" sldId="286"/>
            <ac:spMk id="3" creationId="{8325100C-6586-B8A6-3ABE-FF5E161F41DF}"/>
          </ac:spMkLst>
        </pc:spChg>
        <pc:spChg chg="del mod">
          <ac:chgData name="Sarang Sureshbhai Prajapati" userId="154aa9a0-56cb-4c77-b76e-8160eea2b5fa" providerId="ADAL" clId="{8CE20E05-7577-4CD5-82B6-C54341BB9624}" dt="2026-03-30T16:25:27.201" v="533" actId="931"/>
          <ac:spMkLst>
            <pc:docMk/>
            <pc:sldMk cId="738193436" sldId="286"/>
            <ac:spMk id="4" creationId="{21FDB122-367D-31ED-96CC-816006A2678D}"/>
          </ac:spMkLst>
        </pc:spChg>
        <pc:spChg chg="del mod">
          <ac:chgData name="Sarang Sureshbhai Prajapati" userId="154aa9a0-56cb-4c77-b76e-8160eea2b5fa" providerId="ADAL" clId="{8CE20E05-7577-4CD5-82B6-C54341BB9624}" dt="2026-03-30T16:25:51.440" v="543"/>
          <ac:spMkLst>
            <pc:docMk/>
            <pc:sldMk cId="738193436" sldId="286"/>
            <ac:spMk id="5" creationId="{3AB4167B-5D7D-74AB-B79D-EC77A0B82D16}"/>
          </ac:spMkLst>
        </pc:spChg>
        <pc:spChg chg="mod">
          <ac:chgData name="Sarang Sureshbhai Prajapati" userId="154aa9a0-56cb-4c77-b76e-8160eea2b5fa" providerId="ADAL" clId="{8CE20E05-7577-4CD5-82B6-C54341BB9624}" dt="2026-03-30T15:35:49.395" v="28"/>
          <ac:spMkLst>
            <pc:docMk/>
            <pc:sldMk cId="738193436" sldId="286"/>
            <ac:spMk id="7" creationId="{9BFC18A5-CD3A-5AAA-2D15-8EA2147F9A39}"/>
          </ac:spMkLst>
        </pc:spChg>
        <pc:spChg chg="mod">
          <ac:chgData name="Sarang Sureshbhai Prajapati" userId="154aa9a0-56cb-4c77-b76e-8160eea2b5fa" providerId="ADAL" clId="{8CE20E05-7577-4CD5-82B6-C54341BB9624}" dt="2026-03-30T16:45:41.510" v="582" actId="962"/>
          <ac:spMkLst>
            <pc:docMk/>
            <pc:sldMk cId="738193436" sldId="286"/>
            <ac:spMk id="25" creationId="{3342FC69-6B7F-596A-B677-FFAF476DD2EE}"/>
          </ac:spMkLst>
        </pc:spChg>
        <pc:spChg chg="add del">
          <ac:chgData name="Sarang Sureshbhai Prajapati" userId="154aa9a0-56cb-4c77-b76e-8160eea2b5fa" providerId="ADAL" clId="{8CE20E05-7577-4CD5-82B6-C54341BB9624}" dt="2026-03-30T16:39:35.228" v="573" actId="22"/>
          <ac:spMkLst>
            <pc:docMk/>
            <pc:sldMk cId="738193436" sldId="286"/>
            <ac:spMk id="32" creationId="{D1A65C93-A7F9-665C-ABEF-5E419FF16ADE}"/>
          </ac:spMkLst>
        </pc:spChg>
        <pc:picChg chg="add mod">
          <ac:chgData name="Sarang Sureshbhai Prajapati" userId="154aa9a0-56cb-4c77-b76e-8160eea2b5fa" providerId="ADAL" clId="{8CE20E05-7577-4CD5-82B6-C54341BB9624}" dt="2026-03-30T16:09:01.379" v="489" actId="27614"/>
          <ac:picMkLst>
            <pc:docMk/>
            <pc:sldMk cId="738193436" sldId="286"/>
            <ac:picMk id="6" creationId="{A572CF7B-8DFF-8ED2-D834-B41C13349C29}"/>
          </ac:picMkLst>
        </pc:picChg>
        <pc:picChg chg="del">
          <ac:chgData name="Sarang Sureshbhai Prajapati" userId="154aa9a0-56cb-4c77-b76e-8160eea2b5fa" providerId="ADAL" clId="{8CE20E05-7577-4CD5-82B6-C54341BB9624}" dt="2026-03-30T16:08:39.685" v="483" actId="478"/>
          <ac:picMkLst>
            <pc:docMk/>
            <pc:sldMk cId="738193436" sldId="286"/>
            <ac:picMk id="8" creationId="{48DF5CD3-2D68-7265-C402-BF2EAB54826C}"/>
          </ac:picMkLst>
        </pc:picChg>
        <pc:picChg chg="add mod">
          <ac:chgData name="Sarang Sureshbhai Prajapati" userId="154aa9a0-56cb-4c77-b76e-8160eea2b5fa" providerId="ADAL" clId="{8CE20E05-7577-4CD5-82B6-C54341BB9624}" dt="2026-03-30T16:09:28.959" v="494" actId="27614"/>
          <ac:picMkLst>
            <pc:docMk/>
            <pc:sldMk cId="738193436" sldId="286"/>
            <ac:picMk id="10" creationId="{592B07BA-E82D-B382-D137-0F2E216E6A12}"/>
          </ac:picMkLst>
        </pc:picChg>
        <pc:picChg chg="add del mod">
          <ac:chgData name="Sarang Sureshbhai Prajapati" userId="154aa9a0-56cb-4c77-b76e-8160eea2b5fa" providerId="ADAL" clId="{8CE20E05-7577-4CD5-82B6-C54341BB9624}" dt="2026-03-30T16:10:00.276" v="501" actId="22"/>
          <ac:picMkLst>
            <pc:docMk/>
            <pc:sldMk cId="738193436" sldId="286"/>
            <ac:picMk id="12" creationId="{1A0AE273-8BC3-A2E7-5EBD-F1511E71C05D}"/>
          </ac:picMkLst>
        </pc:picChg>
        <pc:picChg chg="add del mod">
          <ac:chgData name="Sarang Sureshbhai Prajapati" userId="154aa9a0-56cb-4c77-b76e-8160eea2b5fa" providerId="ADAL" clId="{8CE20E05-7577-4CD5-82B6-C54341BB9624}" dt="2026-03-30T16:10:12.489" v="503" actId="14100"/>
          <ac:picMkLst>
            <pc:docMk/>
            <pc:sldMk cId="738193436" sldId="286"/>
            <ac:picMk id="13" creationId="{EA624AE1-AAC3-AF12-432F-7CE00FDF8B89}"/>
          </ac:picMkLst>
        </pc:picChg>
        <pc:picChg chg="add mod">
          <ac:chgData name="Sarang Sureshbhai Prajapati" userId="154aa9a0-56cb-4c77-b76e-8160eea2b5fa" providerId="ADAL" clId="{8CE20E05-7577-4CD5-82B6-C54341BB9624}" dt="2026-03-30T16:14:00.479" v="513" actId="14100"/>
          <ac:picMkLst>
            <pc:docMk/>
            <pc:sldMk cId="738193436" sldId="286"/>
            <ac:picMk id="15" creationId="{C8BC0441-0FD3-8632-3FA2-4741CCF51B7F}"/>
          </ac:picMkLst>
        </pc:picChg>
        <pc:picChg chg="del">
          <ac:chgData name="Sarang Sureshbhai Prajapati" userId="154aa9a0-56cb-4c77-b76e-8160eea2b5fa" providerId="ADAL" clId="{8CE20E05-7577-4CD5-82B6-C54341BB9624}" dt="2026-03-30T16:08:56.194" v="488" actId="478"/>
          <ac:picMkLst>
            <pc:docMk/>
            <pc:sldMk cId="738193436" sldId="286"/>
            <ac:picMk id="17" creationId="{C098BD96-59E2-470D-CAB3-80E271591DC3}"/>
          </ac:picMkLst>
        </pc:picChg>
        <pc:picChg chg="add mod">
          <ac:chgData name="Sarang Sureshbhai Prajapati" userId="154aa9a0-56cb-4c77-b76e-8160eea2b5fa" providerId="ADAL" clId="{8CE20E05-7577-4CD5-82B6-C54341BB9624}" dt="2026-03-30T16:14:12.852" v="515" actId="1076"/>
          <ac:picMkLst>
            <pc:docMk/>
            <pc:sldMk cId="738193436" sldId="286"/>
            <ac:picMk id="18" creationId="{87F8D184-51ED-BFF1-075D-F699F417B3E9}"/>
          </ac:picMkLst>
        </pc:picChg>
        <pc:picChg chg="add del mod">
          <ac:chgData name="Sarang Sureshbhai Prajapati" userId="154aa9a0-56cb-4c77-b76e-8160eea2b5fa" providerId="ADAL" clId="{8CE20E05-7577-4CD5-82B6-C54341BB9624}" dt="2026-03-30T16:23:20.988" v="532" actId="22"/>
          <ac:picMkLst>
            <pc:docMk/>
            <pc:sldMk cId="738193436" sldId="286"/>
            <ac:picMk id="20" creationId="{B6D4ADD6-F502-1328-60B4-E84573271B07}"/>
          </ac:picMkLst>
        </pc:picChg>
        <pc:picChg chg="del">
          <ac:chgData name="Sarang Sureshbhai Prajapati" userId="154aa9a0-56cb-4c77-b76e-8160eea2b5fa" providerId="ADAL" clId="{8CE20E05-7577-4CD5-82B6-C54341BB9624}" dt="2026-03-30T16:12:57.880" v="504" actId="478"/>
          <ac:picMkLst>
            <pc:docMk/>
            <pc:sldMk cId="738193436" sldId="286"/>
            <ac:picMk id="21" creationId="{2C9F52BD-3C63-D35A-0302-684B1D3D4A98}"/>
          </ac:picMkLst>
        </pc:picChg>
        <pc:picChg chg="add mod ord">
          <ac:chgData name="Sarang Sureshbhai Prajapati" userId="154aa9a0-56cb-4c77-b76e-8160eea2b5fa" providerId="ADAL" clId="{8CE20E05-7577-4CD5-82B6-C54341BB9624}" dt="2026-03-30T16:25:50.878" v="541" actId="1076"/>
          <ac:picMkLst>
            <pc:docMk/>
            <pc:sldMk cId="738193436" sldId="286"/>
            <ac:picMk id="24" creationId="{2EFF26A5-5D96-2D04-C8EF-C7DD149A1172}"/>
          </ac:picMkLst>
        </pc:picChg>
        <pc:picChg chg="add mod">
          <ac:chgData name="Sarang Sureshbhai Prajapati" userId="154aa9a0-56cb-4c77-b76e-8160eea2b5fa" providerId="ADAL" clId="{8CE20E05-7577-4CD5-82B6-C54341BB9624}" dt="2026-03-30T16:34:18.505" v="555" actId="14100"/>
          <ac:picMkLst>
            <pc:docMk/>
            <pc:sldMk cId="738193436" sldId="286"/>
            <ac:picMk id="28" creationId="{C93C4296-1B92-F7D8-A44C-B99703B7DDD1}"/>
          </ac:picMkLst>
        </pc:picChg>
        <pc:picChg chg="add mod">
          <ac:chgData name="Sarang Sureshbhai Prajapati" userId="154aa9a0-56cb-4c77-b76e-8160eea2b5fa" providerId="ADAL" clId="{8CE20E05-7577-4CD5-82B6-C54341BB9624}" dt="2026-03-30T16:37:42.924" v="571" actId="14100"/>
          <ac:picMkLst>
            <pc:docMk/>
            <pc:sldMk cId="738193436" sldId="286"/>
            <ac:picMk id="30" creationId="{BD3C1B76-784A-351D-10E0-4B1C86E1E98C}"/>
          </ac:picMkLst>
        </pc:picChg>
        <pc:picChg chg="add del mod">
          <ac:chgData name="Sarang Sureshbhai Prajapati" userId="154aa9a0-56cb-4c77-b76e-8160eea2b5fa" providerId="ADAL" clId="{8CE20E05-7577-4CD5-82B6-C54341BB9624}" dt="2026-03-30T16:40:04.265" v="575" actId="478"/>
          <ac:picMkLst>
            <pc:docMk/>
            <pc:sldMk cId="738193436" sldId="286"/>
            <ac:picMk id="34" creationId="{EE776997-0B32-5CC3-B165-0B89DD4C656E}"/>
          </ac:picMkLst>
        </pc:picChg>
        <pc:picChg chg="add mod">
          <ac:chgData name="Sarang Sureshbhai Prajapati" userId="154aa9a0-56cb-4c77-b76e-8160eea2b5fa" providerId="ADAL" clId="{8CE20E05-7577-4CD5-82B6-C54341BB9624}" dt="2026-03-30T16:45:41.510" v="581" actId="27614"/>
          <ac:picMkLst>
            <pc:docMk/>
            <pc:sldMk cId="738193436" sldId="286"/>
            <ac:picMk id="36" creationId="{A6D15543-87D1-8954-FECF-A80B8BB04CF2}"/>
          </ac:picMkLst>
        </pc:picChg>
      </pc:sldChg>
      <pc:sldChg chg="addSp delSp modSp mod setBg setClrOvrMap delDesignElem">
        <pc:chgData name="Sarang Sureshbhai Prajapati" userId="154aa9a0-56cb-4c77-b76e-8160eea2b5fa" providerId="ADAL" clId="{8CE20E05-7577-4CD5-82B6-C54341BB9624}" dt="2026-03-30T15:43:55.537" v="291" actId="20577"/>
        <pc:sldMkLst>
          <pc:docMk/>
          <pc:sldMk cId="2762426322" sldId="287"/>
        </pc:sldMkLst>
        <pc:spChg chg="mod">
          <ac:chgData name="Sarang Sureshbhai Prajapati" userId="154aa9a0-56cb-4c77-b76e-8160eea2b5fa" providerId="ADAL" clId="{8CE20E05-7577-4CD5-82B6-C54341BB9624}" dt="2026-03-30T15:40:57.230" v="98" actId="20577"/>
          <ac:spMkLst>
            <pc:docMk/>
            <pc:sldMk cId="2762426322" sldId="287"/>
            <ac:spMk id="2" creationId="{574BE5CB-85C2-1330-4C0B-A744AA03B926}"/>
          </ac:spMkLst>
        </pc:spChg>
        <pc:spChg chg="del mod">
          <ac:chgData name="Sarang Sureshbhai Prajapati" userId="154aa9a0-56cb-4c77-b76e-8160eea2b5fa" providerId="ADAL" clId="{8CE20E05-7577-4CD5-82B6-C54341BB9624}" dt="2026-03-30T15:35:59.610" v="29" actId="26606"/>
          <ac:spMkLst>
            <pc:docMk/>
            <pc:sldMk cId="2762426322" sldId="287"/>
            <ac:spMk id="3" creationId="{56236D15-694B-FB76-75E9-6154664E3B5F}"/>
          </ac:spMkLst>
        </pc:spChg>
        <pc:spChg chg="add del">
          <ac:chgData name="Sarang Sureshbhai Prajapati" userId="154aa9a0-56cb-4c77-b76e-8160eea2b5fa" providerId="ADAL" clId="{8CE20E05-7577-4CD5-82B6-C54341BB9624}" dt="2026-03-30T15:35:36.294" v="25"/>
          <ac:spMkLst>
            <pc:docMk/>
            <pc:sldMk cId="2762426322" sldId="287"/>
            <ac:spMk id="20" creationId="{A65AC7D1-EAA9-48F5-B509-60A7F50BF703}"/>
          </ac:spMkLst>
        </pc:spChg>
        <pc:spChg chg="add">
          <ac:chgData name="Sarang Sureshbhai Prajapati" userId="154aa9a0-56cb-4c77-b76e-8160eea2b5fa" providerId="ADAL" clId="{8CE20E05-7577-4CD5-82B6-C54341BB9624}" dt="2026-03-30T15:35:59.610" v="29" actId="26606"/>
          <ac:spMkLst>
            <pc:docMk/>
            <pc:sldMk cId="2762426322" sldId="287"/>
            <ac:spMk id="21" creationId="{655AE6B0-AC9E-4167-806F-E9DB135FC46B}"/>
          </ac:spMkLst>
        </pc:spChg>
        <pc:spChg chg="add del">
          <ac:chgData name="Sarang Sureshbhai Prajapati" userId="154aa9a0-56cb-4c77-b76e-8160eea2b5fa" providerId="ADAL" clId="{8CE20E05-7577-4CD5-82B6-C54341BB9624}" dt="2026-03-30T15:35:36.294" v="25"/>
          <ac:spMkLst>
            <pc:docMk/>
            <pc:sldMk cId="2762426322" sldId="287"/>
            <ac:spMk id="22" creationId="{D6320AF9-619A-4175-865B-5663E1AEF4C5}"/>
          </ac:spMkLst>
        </pc:spChg>
        <pc:spChg chg="add del">
          <ac:chgData name="Sarang Sureshbhai Prajapati" userId="154aa9a0-56cb-4c77-b76e-8160eea2b5fa" providerId="ADAL" clId="{8CE20E05-7577-4CD5-82B6-C54341BB9624}" dt="2026-03-30T15:35:36.294" v="25"/>
          <ac:spMkLst>
            <pc:docMk/>
            <pc:sldMk cId="2762426322" sldId="287"/>
            <ac:spMk id="28" creationId="{7E018740-5C2B-4A41-AC1A-7E68D1EC1954}"/>
          </ac:spMkLst>
        </pc:spChg>
        <pc:spChg chg="add del">
          <ac:chgData name="Sarang Sureshbhai Prajapati" userId="154aa9a0-56cb-4c77-b76e-8160eea2b5fa" providerId="ADAL" clId="{8CE20E05-7577-4CD5-82B6-C54341BB9624}" dt="2026-03-30T15:35:36.294" v="25"/>
          <ac:spMkLst>
            <pc:docMk/>
            <pc:sldMk cId="2762426322" sldId="287"/>
            <ac:spMk id="30" creationId="{166F75A4-C475-4941-8EE2-B80A06A2C1BB}"/>
          </ac:spMkLst>
        </pc:spChg>
        <pc:spChg chg="add del">
          <ac:chgData name="Sarang Sureshbhai Prajapati" userId="154aa9a0-56cb-4c77-b76e-8160eea2b5fa" providerId="ADAL" clId="{8CE20E05-7577-4CD5-82B6-C54341BB9624}" dt="2026-03-30T15:35:36.294" v="25"/>
          <ac:spMkLst>
            <pc:docMk/>
            <pc:sldMk cId="2762426322" sldId="287"/>
            <ac:spMk id="32" creationId="{A032553A-72E8-4B0D-8405-FF9771C9AF05}"/>
          </ac:spMkLst>
        </pc:spChg>
        <pc:spChg chg="add del">
          <ac:chgData name="Sarang Sureshbhai Prajapati" userId="154aa9a0-56cb-4c77-b76e-8160eea2b5fa" providerId="ADAL" clId="{8CE20E05-7577-4CD5-82B6-C54341BB9624}" dt="2026-03-30T15:35:36.294" v="25"/>
          <ac:spMkLst>
            <pc:docMk/>
            <pc:sldMk cId="2762426322" sldId="287"/>
            <ac:spMk id="34" creationId="{765800AC-C3B9-498E-87BC-29FAE4C76B21}"/>
          </ac:spMkLst>
        </pc:spChg>
        <pc:spChg chg="add del">
          <ac:chgData name="Sarang Sureshbhai Prajapati" userId="154aa9a0-56cb-4c77-b76e-8160eea2b5fa" providerId="ADAL" clId="{8CE20E05-7577-4CD5-82B6-C54341BB9624}" dt="2026-03-30T15:35:36.294" v="25"/>
          <ac:spMkLst>
            <pc:docMk/>
            <pc:sldMk cId="2762426322" sldId="287"/>
            <ac:spMk id="36" creationId="{1F9D6ACB-2FF4-49F9-978A-E0D5327FC635}"/>
          </ac:spMkLst>
        </pc:spChg>
        <pc:spChg chg="add del">
          <ac:chgData name="Sarang Sureshbhai Prajapati" userId="154aa9a0-56cb-4c77-b76e-8160eea2b5fa" providerId="ADAL" clId="{8CE20E05-7577-4CD5-82B6-C54341BB9624}" dt="2026-03-30T15:35:36.294" v="25"/>
          <ac:spMkLst>
            <pc:docMk/>
            <pc:sldMk cId="2762426322" sldId="287"/>
            <ac:spMk id="38" creationId="{142BFA2A-77A0-4F60-A32A-685681C84889}"/>
          </ac:spMkLst>
        </pc:spChg>
        <pc:spChg chg="add">
          <ac:chgData name="Sarang Sureshbhai Prajapati" userId="154aa9a0-56cb-4c77-b76e-8160eea2b5fa" providerId="ADAL" clId="{8CE20E05-7577-4CD5-82B6-C54341BB9624}" dt="2026-03-30T15:35:59.610" v="29" actId="26606"/>
          <ac:spMkLst>
            <pc:docMk/>
            <pc:sldMk cId="2762426322" sldId="287"/>
            <ac:spMk id="47" creationId="{87BD1F4E-A66D-4C06-86DA-8D56CA7A3B41}"/>
          </ac:spMkLst>
        </pc:spChg>
        <pc:grpChg chg="del">
          <ac:chgData name="Sarang Sureshbhai Prajapati" userId="154aa9a0-56cb-4c77-b76e-8160eea2b5fa" providerId="ADAL" clId="{8CE20E05-7577-4CD5-82B6-C54341BB9624}" dt="2026-03-30T15:35:36.294" v="25"/>
          <ac:grpSpMkLst>
            <pc:docMk/>
            <pc:sldMk cId="2762426322" sldId="287"/>
            <ac:grpSpMk id="8" creationId="{09EA7EA7-74F5-4EE2-8E3D-1A10308259D7}"/>
          </ac:grpSpMkLst>
        </pc:grpChg>
        <pc:grpChg chg="add">
          <ac:chgData name="Sarang Sureshbhai Prajapati" userId="154aa9a0-56cb-4c77-b76e-8160eea2b5fa" providerId="ADAL" clId="{8CE20E05-7577-4CD5-82B6-C54341BB9624}" dt="2026-03-30T15:35:59.610" v="29" actId="26606"/>
          <ac:grpSpMkLst>
            <pc:docMk/>
            <pc:sldMk cId="2762426322" sldId="287"/>
            <ac:grpSpMk id="9" creationId="{D920209C-E85B-4D6F-A56F-724F5ADA811C}"/>
          </ac:grpSpMkLst>
        </pc:grpChg>
        <pc:grpChg chg="add">
          <ac:chgData name="Sarang Sureshbhai Prajapati" userId="154aa9a0-56cb-4c77-b76e-8160eea2b5fa" providerId="ADAL" clId="{8CE20E05-7577-4CD5-82B6-C54341BB9624}" dt="2026-03-30T15:35:59.610" v="29" actId="26606"/>
          <ac:grpSpMkLst>
            <pc:docMk/>
            <pc:sldMk cId="2762426322" sldId="287"/>
            <ac:grpSpMk id="23" creationId="{3523416A-383B-4FDC-B4C9-D8EDDFE9C043}"/>
          </ac:grpSpMkLst>
        </pc:grpChg>
        <pc:graphicFrameChg chg="add mod modGraphic">
          <ac:chgData name="Sarang Sureshbhai Prajapati" userId="154aa9a0-56cb-4c77-b76e-8160eea2b5fa" providerId="ADAL" clId="{8CE20E05-7577-4CD5-82B6-C54341BB9624}" dt="2026-03-30T15:43:55.537" v="291" actId="20577"/>
          <ac:graphicFrameMkLst>
            <pc:docMk/>
            <pc:sldMk cId="2762426322" sldId="287"/>
            <ac:graphicFrameMk id="5" creationId="{7401C8EE-EEF9-0C3C-987F-E46A8460B7E1}"/>
          </ac:graphicFrameMkLst>
        </pc:graphicFrameChg>
        <pc:cxnChg chg="del">
          <ac:chgData name="Sarang Sureshbhai Prajapati" userId="154aa9a0-56cb-4c77-b76e-8160eea2b5fa" providerId="ADAL" clId="{8CE20E05-7577-4CD5-82B6-C54341BB9624}" dt="2026-03-30T15:35:36.294" v="25"/>
          <ac:cxnSpMkLst>
            <pc:docMk/>
            <pc:sldMk cId="2762426322" sldId="287"/>
            <ac:cxnSpMk id="24" creationId="{063B6EC6-D752-4EE7-908B-F8F19E8C7FEA}"/>
          </ac:cxnSpMkLst>
        </pc:cxnChg>
      </pc:sldChg>
      <pc:sldChg chg="modSp">
        <pc:chgData name="Sarang Sureshbhai Prajapati" userId="154aa9a0-56cb-4c77-b76e-8160eea2b5fa" providerId="ADAL" clId="{8CE20E05-7577-4CD5-82B6-C54341BB9624}" dt="2026-03-30T15:35:49.395" v="28"/>
        <pc:sldMkLst>
          <pc:docMk/>
          <pc:sldMk cId="1824071602" sldId="288"/>
        </pc:sldMkLst>
        <pc:spChg chg="mod">
          <ac:chgData name="Sarang Sureshbhai Prajapati" userId="154aa9a0-56cb-4c77-b76e-8160eea2b5fa" providerId="ADAL" clId="{8CE20E05-7577-4CD5-82B6-C54341BB9624}" dt="2026-03-30T15:35:49.395" v="28"/>
          <ac:spMkLst>
            <pc:docMk/>
            <pc:sldMk cId="1824071602" sldId="288"/>
            <ac:spMk id="4" creationId="{2178BF1D-5DEF-44FE-70C7-381169FB73DE}"/>
          </ac:spMkLst>
        </pc:spChg>
        <pc:spChg chg="mod">
          <ac:chgData name="Sarang Sureshbhai Prajapati" userId="154aa9a0-56cb-4c77-b76e-8160eea2b5fa" providerId="ADAL" clId="{8CE20E05-7577-4CD5-82B6-C54341BB9624}" dt="2026-03-30T15:35:49.395" v="28"/>
          <ac:spMkLst>
            <pc:docMk/>
            <pc:sldMk cId="1824071602" sldId="288"/>
            <ac:spMk id="5" creationId="{CCB6ADAE-05DA-397D-A9F1-61BE1807524A}"/>
          </ac:spMkLst>
        </pc:spChg>
      </pc:sldChg>
      <pc:sldChg chg="add del">
        <pc:chgData name="Sarang Sureshbhai Prajapati" userId="154aa9a0-56cb-4c77-b76e-8160eea2b5fa" providerId="ADAL" clId="{8CE20E05-7577-4CD5-82B6-C54341BB9624}" dt="2026-03-30T16:46:06.959" v="583" actId="2696"/>
        <pc:sldMkLst>
          <pc:docMk/>
          <pc:sldMk cId="2875159823" sldId="28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F14860-F2FD-4516-9FBA-2D4597BBF8A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996FE7D-CE6F-40E9-B4EB-74DF12785518}">
      <dgm:prSet/>
      <dgm:spPr/>
      <dgm:t>
        <a:bodyPr/>
        <a:lstStyle/>
        <a:p>
          <a:r>
            <a:rPr lang="en-US" dirty="0"/>
            <a:t>Kush Patel- n01657387</a:t>
          </a:r>
        </a:p>
      </dgm:t>
    </dgm:pt>
    <dgm:pt modelId="{0C03B346-EF9F-4495-B968-10BAB6F09D60}" type="parTrans" cxnId="{E349A890-87B3-44A8-AD24-F5885A973940}">
      <dgm:prSet/>
      <dgm:spPr/>
      <dgm:t>
        <a:bodyPr/>
        <a:lstStyle/>
        <a:p>
          <a:endParaRPr lang="en-US"/>
        </a:p>
      </dgm:t>
    </dgm:pt>
    <dgm:pt modelId="{CDC34568-248E-4E9A-B22A-891032EEB453}" type="sibTrans" cxnId="{E349A890-87B3-44A8-AD24-F5885A973940}">
      <dgm:prSet/>
      <dgm:spPr/>
      <dgm:t>
        <a:bodyPr/>
        <a:lstStyle/>
        <a:p>
          <a:endParaRPr lang="en-US"/>
        </a:p>
      </dgm:t>
    </dgm:pt>
    <dgm:pt modelId="{9C9C9E98-3A21-456E-89EE-C5BCD652A664}">
      <dgm:prSet/>
      <dgm:spPr/>
      <dgm:t>
        <a:bodyPr/>
        <a:lstStyle/>
        <a:p>
          <a:r>
            <a:rPr lang="en-US" dirty="0"/>
            <a:t>Krish Patel- n01666556</a:t>
          </a:r>
        </a:p>
      </dgm:t>
    </dgm:pt>
    <dgm:pt modelId="{E0084CFE-649F-490F-830A-98EED8ED0239}" type="parTrans" cxnId="{3620C40B-3E78-49F4-AA42-0342A6A3B06C}">
      <dgm:prSet/>
      <dgm:spPr/>
      <dgm:t>
        <a:bodyPr/>
        <a:lstStyle/>
        <a:p>
          <a:endParaRPr lang="en-US"/>
        </a:p>
      </dgm:t>
    </dgm:pt>
    <dgm:pt modelId="{14C879FF-26E3-4ADA-972A-B9A656D05F11}" type="sibTrans" cxnId="{3620C40B-3E78-49F4-AA42-0342A6A3B06C}">
      <dgm:prSet/>
      <dgm:spPr/>
      <dgm:t>
        <a:bodyPr/>
        <a:lstStyle/>
        <a:p>
          <a:endParaRPr lang="en-US"/>
        </a:p>
      </dgm:t>
    </dgm:pt>
    <dgm:pt modelId="{1E55C316-F53D-4827-A901-A91630117AF2}">
      <dgm:prSet/>
      <dgm:spPr/>
      <dgm:t>
        <a:bodyPr/>
        <a:lstStyle/>
        <a:p>
          <a:r>
            <a:rPr lang="en-US" dirty="0"/>
            <a:t>Daksh Rana- n01664095</a:t>
          </a:r>
        </a:p>
      </dgm:t>
    </dgm:pt>
    <dgm:pt modelId="{622CD2B3-D4AB-47F8-945E-28A329A7064B}" type="parTrans" cxnId="{15582AAE-DA55-4C31-B366-36D8AB6D25AC}">
      <dgm:prSet/>
      <dgm:spPr/>
      <dgm:t>
        <a:bodyPr/>
        <a:lstStyle/>
        <a:p>
          <a:endParaRPr lang="en-US"/>
        </a:p>
      </dgm:t>
    </dgm:pt>
    <dgm:pt modelId="{30BBF473-741F-4157-9B1D-37FA379A57C0}" type="sibTrans" cxnId="{15582AAE-DA55-4C31-B366-36D8AB6D25AC}">
      <dgm:prSet/>
      <dgm:spPr/>
      <dgm:t>
        <a:bodyPr/>
        <a:lstStyle/>
        <a:p>
          <a:endParaRPr lang="en-US"/>
        </a:p>
      </dgm:t>
    </dgm:pt>
    <dgm:pt modelId="{324774D2-9EB3-4C33-B7F4-C5442018DFFF}">
      <dgm:prSet/>
      <dgm:spPr/>
      <dgm:t>
        <a:bodyPr/>
        <a:lstStyle/>
        <a:p>
          <a:r>
            <a:rPr lang="en-US" dirty="0"/>
            <a:t>Sarang Prajapati- n01662036</a:t>
          </a:r>
        </a:p>
      </dgm:t>
    </dgm:pt>
    <dgm:pt modelId="{D1F6697A-D053-43FE-BD30-A4A763408EC5}" type="parTrans" cxnId="{5B09A7D6-2BC7-4521-9354-2528874165FE}">
      <dgm:prSet/>
      <dgm:spPr/>
      <dgm:t>
        <a:bodyPr/>
        <a:lstStyle/>
        <a:p>
          <a:endParaRPr lang="en-US"/>
        </a:p>
      </dgm:t>
    </dgm:pt>
    <dgm:pt modelId="{5B3D6A6C-69BD-47F9-AF14-7CAA43D43A9F}" type="sibTrans" cxnId="{5B09A7D6-2BC7-4521-9354-2528874165FE}">
      <dgm:prSet/>
      <dgm:spPr/>
      <dgm:t>
        <a:bodyPr/>
        <a:lstStyle/>
        <a:p>
          <a:endParaRPr lang="en-US"/>
        </a:p>
      </dgm:t>
    </dgm:pt>
    <dgm:pt modelId="{CCEC55BD-A822-48F8-93E3-C9EE1EBD968F}" type="pres">
      <dgm:prSet presAssocID="{E7F14860-F2FD-4516-9FBA-2D4597BBF8A6}" presName="linear" presStyleCnt="0">
        <dgm:presLayoutVars>
          <dgm:animLvl val="lvl"/>
          <dgm:resizeHandles val="exact"/>
        </dgm:presLayoutVars>
      </dgm:prSet>
      <dgm:spPr/>
    </dgm:pt>
    <dgm:pt modelId="{02A420AC-572E-41D4-926F-1540CD0130C2}" type="pres">
      <dgm:prSet presAssocID="{B996FE7D-CE6F-40E9-B4EB-74DF1278551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C8B515-4D5C-4768-A654-F757BE3ED610}" type="pres">
      <dgm:prSet presAssocID="{CDC34568-248E-4E9A-B22A-891032EEB453}" presName="spacer" presStyleCnt="0"/>
      <dgm:spPr/>
    </dgm:pt>
    <dgm:pt modelId="{0A633DDF-9402-42A7-BBF8-4A0167F67184}" type="pres">
      <dgm:prSet presAssocID="{1E55C316-F53D-4827-A901-A91630117A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713DEC-9C0E-4731-AD70-DFCDAB2D9893}" type="pres">
      <dgm:prSet presAssocID="{30BBF473-741F-4157-9B1D-37FA379A57C0}" presName="spacer" presStyleCnt="0"/>
      <dgm:spPr/>
    </dgm:pt>
    <dgm:pt modelId="{44559C3A-221E-43CA-A6F5-773486178679}" type="pres">
      <dgm:prSet presAssocID="{9C9C9E98-3A21-456E-89EE-C5BCD652A66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3978F90-205C-4141-A7A3-5BA1D3C5B395}" type="pres">
      <dgm:prSet presAssocID="{14C879FF-26E3-4ADA-972A-B9A656D05F11}" presName="spacer" presStyleCnt="0"/>
      <dgm:spPr/>
    </dgm:pt>
    <dgm:pt modelId="{74DA51F7-E567-46BA-B91B-E98B6244333A}" type="pres">
      <dgm:prSet presAssocID="{324774D2-9EB3-4C33-B7F4-C5442018DFF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620C40B-3E78-49F4-AA42-0342A6A3B06C}" srcId="{E7F14860-F2FD-4516-9FBA-2D4597BBF8A6}" destId="{9C9C9E98-3A21-456E-89EE-C5BCD652A664}" srcOrd="2" destOrd="0" parTransId="{E0084CFE-649F-490F-830A-98EED8ED0239}" sibTransId="{14C879FF-26E3-4ADA-972A-B9A656D05F11}"/>
    <dgm:cxn modelId="{4137FF48-6401-44C8-8C38-36FB8750F17A}" type="presOf" srcId="{B996FE7D-CE6F-40E9-B4EB-74DF12785518}" destId="{02A420AC-572E-41D4-926F-1540CD0130C2}" srcOrd="0" destOrd="0" presId="urn:microsoft.com/office/officeart/2005/8/layout/vList2"/>
    <dgm:cxn modelId="{9775154B-294C-4C1F-BF95-BA42E5132A3E}" type="presOf" srcId="{E7F14860-F2FD-4516-9FBA-2D4597BBF8A6}" destId="{CCEC55BD-A822-48F8-93E3-C9EE1EBD968F}" srcOrd="0" destOrd="0" presId="urn:microsoft.com/office/officeart/2005/8/layout/vList2"/>
    <dgm:cxn modelId="{999FC453-4E52-4018-B8D4-938846079682}" type="presOf" srcId="{1E55C316-F53D-4827-A901-A91630117AF2}" destId="{0A633DDF-9402-42A7-BBF8-4A0167F67184}" srcOrd="0" destOrd="0" presId="urn:microsoft.com/office/officeart/2005/8/layout/vList2"/>
    <dgm:cxn modelId="{E349A890-87B3-44A8-AD24-F5885A973940}" srcId="{E7F14860-F2FD-4516-9FBA-2D4597BBF8A6}" destId="{B996FE7D-CE6F-40E9-B4EB-74DF12785518}" srcOrd="0" destOrd="0" parTransId="{0C03B346-EF9F-4495-B968-10BAB6F09D60}" sibTransId="{CDC34568-248E-4E9A-B22A-891032EEB453}"/>
    <dgm:cxn modelId="{15582AAE-DA55-4C31-B366-36D8AB6D25AC}" srcId="{E7F14860-F2FD-4516-9FBA-2D4597BBF8A6}" destId="{1E55C316-F53D-4827-A901-A91630117AF2}" srcOrd="1" destOrd="0" parTransId="{622CD2B3-D4AB-47F8-945E-28A329A7064B}" sibTransId="{30BBF473-741F-4157-9B1D-37FA379A57C0}"/>
    <dgm:cxn modelId="{BEE8BFB0-893D-4F93-A91F-C5D2E4EA7269}" type="presOf" srcId="{324774D2-9EB3-4C33-B7F4-C5442018DFFF}" destId="{74DA51F7-E567-46BA-B91B-E98B6244333A}" srcOrd="0" destOrd="0" presId="urn:microsoft.com/office/officeart/2005/8/layout/vList2"/>
    <dgm:cxn modelId="{5B09A7D6-2BC7-4521-9354-2528874165FE}" srcId="{E7F14860-F2FD-4516-9FBA-2D4597BBF8A6}" destId="{324774D2-9EB3-4C33-B7F4-C5442018DFFF}" srcOrd="3" destOrd="0" parTransId="{D1F6697A-D053-43FE-BD30-A4A763408EC5}" sibTransId="{5B3D6A6C-69BD-47F9-AF14-7CAA43D43A9F}"/>
    <dgm:cxn modelId="{B37494DF-F6F4-4443-A0BF-53E9FE7E7043}" type="presOf" srcId="{9C9C9E98-3A21-456E-89EE-C5BCD652A664}" destId="{44559C3A-221E-43CA-A6F5-773486178679}" srcOrd="0" destOrd="0" presId="urn:microsoft.com/office/officeart/2005/8/layout/vList2"/>
    <dgm:cxn modelId="{5CEDC9C6-C998-4BFD-A6E8-6BE28D0389DF}" type="presParOf" srcId="{CCEC55BD-A822-48F8-93E3-C9EE1EBD968F}" destId="{02A420AC-572E-41D4-926F-1540CD0130C2}" srcOrd="0" destOrd="0" presId="urn:microsoft.com/office/officeart/2005/8/layout/vList2"/>
    <dgm:cxn modelId="{B2106FE6-4DA7-4443-9D05-597DADF7CF37}" type="presParOf" srcId="{CCEC55BD-A822-48F8-93E3-C9EE1EBD968F}" destId="{0CC8B515-4D5C-4768-A654-F757BE3ED610}" srcOrd="1" destOrd="0" presId="urn:microsoft.com/office/officeart/2005/8/layout/vList2"/>
    <dgm:cxn modelId="{DE83828E-FA7C-480A-AB42-7C9B990109C4}" type="presParOf" srcId="{CCEC55BD-A822-48F8-93E3-C9EE1EBD968F}" destId="{0A633DDF-9402-42A7-BBF8-4A0167F67184}" srcOrd="2" destOrd="0" presId="urn:microsoft.com/office/officeart/2005/8/layout/vList2"/>
    <dgm:cxn modelId="{9334379D-840A-461F-86C5-D7F5C9DF9235}" type="presParOf" srcId="{CCEC55BD-A822-48F8-93E3-C9EE1EBD968F}" destId="{76713DEC-9C0E-4731-AD70-DFCDAB2D9893}" srcOrd="3" destOrd="0" presId="urn:microsoft.com/office/officeart/2005/8/layout/vList2"/>
    <dgm:cxn modelId="{0380BCA4-A846-4113-85E7-9BFB927C4A01}" type="presParOf" srcId="{CCEC55BD-A822-48F8-93E3-C9EE1EBD968F}" destId="{44559C3A-221E-43CA-A6F5-773486178679}" srcOrd="4" destOrd="0" presId="urn:microsoft.com/office/officeart/2005/8/layout/vList2"/>
    <dgm:cxn modelId="{379D732F-E182-4026-BC5D-B1FD2E41F7D4}" type="presParOf" srcId="{CCEC55BD-A822-48F8-93E3-C9EE1EBD968F}" destId="{A3978F90-205C-4141-A7A3-5BA1D3C5B395}" srcOrd="5" destOrd="0" presId="urn:microsoft.com/office/officeart/2005/8/layout/vList2"/>
    <dgm:cxn modelId="{5BACD73E-AB0F-4B67-AB44-1229628B1FB4}" type="presParOf" srcId="{CCEC55BD-A822-48F8-93E3-C9EE1EBD968F}" destId="{74DA51F7-E567-46BA-B91B-E98B6244333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A420AC-572E-41D4-926F-1540CD0130C2}">
      <dsp:nvSpPr>
        <dsp:cNvPr id="0" name=""/>
        <dsp:cNvSpPr/>
      </dsp:nvSpPr>
      <dsp:spPr>
        <a:xfrm>
          <a:off x="0" y="547230"/>
          <a:ext cx="6628804" cy="8892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Kush Patel- n01657387</a:t>
          </a:r>
        </a:p>
      </dsp:txBody>
      <dsp:txXfrm>
        <a:off x="43407" y="590637"/>
        <a:ext cx="6541990" cy="802386"/>
      </dsp:txXfrm>
    </dsp:sp>
    <dsp:sp modelId="{0A633DDF-9402-42A7-BBF8-4A0167F67184}">
      <dsp:nvSpPr>
        <dsp:cNvPr id="0" name=""/>
        <dsp:cNvSpPr/>
      </dsp:nvSpPr>
      <dsp:spPr>
        <a:xfrm>
          <a:off x="0" y="1545870"/>
          <a:ext cx="6628804" cy="889200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Daksh Rana- n01664095</a:t>
          </a:r>
        </a:p>
      </dsp:txBody>
      <dsp:txXfrm>
        <a:off x="43407" y="1589277"/>
        <a:ext cx="6541990" cy="802386"/>
      </dsp:txXfrm>
    </dsp:sp>
    <dsp:sp modelId="{44559C3A-221E-43CA-A6F5-773486178679}">
      <dsp:nvSpPr>
        <dsp:cNvPr id="0" name=""/>
        <dsp:cNvSpPr/>
      </dsp:nvSpPr>
      <dsp:spPr>
        <a:xfrm>
          <a:off x="0" y="2544510"/>
          <a:ext cx="6628804" cy="889200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Krish Patel- n01666556</a:t>
          </a:r>
        </a:p>
      </dsp:txBody>
      <dsp:txXfrm>
        <a:off x="43407" y="2587917"/>
        <a:ext cx="6541990" cy="802386"/>
      </dsp:txXfrm>
    </dsp:sp>
    <dsp:sp modelId="{74DA51F7-E567-46BA-B91B-E98B6244333A}">
      <dsp:nvSpPr>
        <dsp:cNvPr id="0" name=""/>
        <dsp:cNvSpPr/>
      </dsp:nvSpPr>
      <dsp:spPr>
        <a:xfrm>
          <a:off x="0" y="3543150"/>
          <a:ext cx="6628804" cy="88920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Sarang Prajapati- n01662036</a:t>
          </a:r>
        </a:p>
      </dsp:txBody>
      <dsp:txXfrm>
        <a:off x="43407" y="3586557"/>
        <a:ext cx="6541990" cy="8023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974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9659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2496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19218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34230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67726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12669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8811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53222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2641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4759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266236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96139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473720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76800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4267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64058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11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9760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687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770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086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263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08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  <p:sldLayoutId id="2147484038" r:id="rId13"/>
    <p:sldLayoutId id="2147484039" r:id="rId14"/>
    <p:sldLayoutId id="2147484040" r:id="rId15"/>
    <p:sldLayoutId id="2147484041" r:id="rId16"/>
    <p:sldLayoutId id="2147484042" r:id="rId17"/>
    <p:sldLayoutId id="2147484043" r:id="rId18"/>
    <p:sldLayoutId id="2147484044" r:id="rId19"/>
    <p:sldLayoutId id="2147484045" r:id="rId20"/>
    <p:sldLayoutId id="2147484046" r:id="rId21"/>
    <p:sldLayoutId id="2147484047" r:id="rId22"/>
    <p:sldLayoutId id="2147483669" r:id="rId23"/>
    <p:sldLayoutId id="2147483671" r:id="rId24"/>
    <p:sldLayoutId id="2147483664" r:id="rId25"/>
    <p:sldLayoutId id="2147483653" r:id="rId26"/>
    <p:sldLayoutId id="2147483667" r:id="rId2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7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BE5CB-85C2-1330-4C0B-A744AA03B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481" y="1382486"/>
            <a:ext cx="3547581" cy="40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dirty="0"/>
              <a:t>Smart </a:t>
            </a:r>
            <a:r>
              <a:rPr lang="en-CA" sz="4400" b="1" dirty="0"/>
              <a:t>Assistive</a:t>
            </a:r>
            <a:r>
              <a:rPr lang="en-CA" sz="4400" dirty="0"/>
              <a:t> </a:t>
            </a:r>
            <a:r>
              <a:rPr lang="en-US" sz="4400" b="1" dirty="0"/>
              <a:t> System</a:t>
            </a:r>
            <a:endParaRPr lang="en-US" sz="4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45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401C8EE-EEF9-0C3C-987F-E46A8460B7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0428198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242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20230"/>
            <a:ext cx="5994400" cy="530860"/>
          </a:xfrm>
        </p:spPr>
        <p:txBody>
          <a:bodyPr>
            <a:normAutofit/>
          </a:bodyPr>
          <a:lstStyle/>
          <a:p>
            <a:r>
              <a:rPr lang="en-US" dirty="0"/>
              <a:t>Hardware System Overview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98ED67AF-B48B-F5F8-E2FD-1C98C42C4D54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4008549669"/>
              </p:ext>
            </p:extLst>
          </p:nvPr>
        </p:nvGraphicFramePr>
        <p:xfrm>
          <a:off x="831099" y="1290961"/>
          <a:ext cx="8079221" cy="497051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17601">
                  <a:extLst>
                    <a:ext uri="{9D8B030D-6E8A-4147-A177-3AD203B41FA5}">
                      <a16:colId xmlns:a16="http://schemas.microsoft.com/office/drawing/2014/main" val="1708154020"/>
                    </a:ext>
                  </a:extLst>
                </a:gridCol>
                <a:gridCol w="2260647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10160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999366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51688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Hardware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83035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Raspberry Pi</a:t>
                      </a:r>
                      <a:r>
                        <a:rPr kumimoji="0" lang="en-US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Central processing unit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8303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/>
                        <a:t>VL53L1X </a:t>
                      </a:r>
                      <a:r>
                        <a:rPr kumimoji="0" lang="en-US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Sensor</a:t>
                      </a:r>
                      <a:r>
                        <a:rPr kumimoji="0" lang="en-US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measures distance and proximity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7763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Daksh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/>
                        <a:t>TCS34725</a:t>
                      </a:r>
                      <a:r>
                        <a:rPr kumimoji="0" lang="en-US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Sensor</a:t>
                      </a:r>
                      <a:r>
                        <a:rPr kumimoji="0" lang="en-US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detects RGB color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8303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Krish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/>
                        <a:t>TSL2591 Sensor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measures light levels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1862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Sarang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AS7262 Sensor</a:t>
                      </a:r>
                      <a:r>
                        <a:rPr kumimoji="0" lang="en-US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measures spectral data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9EF95F-A926-4477-57F0-2C65A564B18C}"/>
              </a:ext>
            </a:extLst>
          </p:cNvPr>
          <p:cNvSpPr txBox="1"/>
          <p:nvPr/>
        </p:nvSpPr>
        <p:spPr>
          <a:xfrm>
            <a:off x="9066923" y="64309"/>
            <a:ext cx="3383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chemeClr val="accent3">
                    <a:lumMod val="50000"/>
                  </a:schemeClr>
                </a:solidFill>
              </a:rPr>
              <a:t>Smart Assistive System</a:t>
            </a:r>
            <a:endParaRPr 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55C31-B59D-366A-0835-B8D46D0FB69F}"/>
              </a:ext>
            </a:extLst>
          </p:cNvPr>
          <p:cNvSpPr txBox="1"/>
          <p:nvPr/>
        </p:nvSpPr>
        <p:spPr>
          <a:xfrm>
            <a:off x="3291840" y="6390068"/>
            <a:ext cx="6002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accent3">
                    <a:lumMod val="50000"/>
                  </a:schemeClr>
                </a:solidFill>
              </a:rPr>
              <a:t>Kush Patel | Krish Patel | Daksh Rana | Sarang Prajapati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6FEB91-4677-BE38-882F-EAC5FEEF66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8" b="82439"/>
          <a:stretch>
            <a:fillRect/>
          </a:stretch>
        </p:blipFill>
        <p:spPr>
          <a:xfrm>
            <a:off x="7258490" y="1821933"/>
            <a:ext cx="1237654" cy="739239"/>
          </a:xfrm>
          <a:prstGeom prst="rect">
            <a:avLst/>
          </a:prstGeom>
        </p:spPr>
      </p:pic>
      <p:pic>
        <p:nvPicPr>
          <p:cNvPr id="7" name="Picture 6" descr="The image shows a small, transparent plastic box with a red LED light, a black circuit board, and various colored wires connected to it.&#10;&#10;AI-generated content may be incorrect.">
            <a:extLst>
              <a:ext uri="{FF2B5EF4-FFF2-40B4-BE49-F238E27FC236}">
                <a16:creationId xmlns:a16="http://schemas.microsoft.com/office/drawing/2014/main" id="{1D9443E2-8B54-1DC6-96E9-0176EA51A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166" y="5105815"/>
            <a:ext cx="1037856" cy="1010899"/>
          </a:xfrm>
          <a:prstGeom prst="rect">
            <a:avLst/>
          </a:prstGeom>
        </p:spPr>
      </p:pic>
      <p:pic>
        <p:nvPicPr>
          <p:cNvPr id="12" name="Picture 11" descr="The image shows a TSL2591 UxSenso sensor, a blue electronic component with wires, positioned on a clear, grid-like surface.&#10;&#10;AI-generated content may be incorrect.">
            <a:extLst>
              <a:ext uri="{FF2B5EF4-FFF2-40B4-BE49-F238E27FC236}">
                <a16:creationId xmlns:a16="http://schemas.microsoft.com/office/drawing/2014/main" id="{218FD987-803F-7D34-BAF2-842A647E7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422" y="4354090"/>
            <a:ext cx="1119344" cy="669298"/>
          </a:xfrm>
          <a:prstGeom prst="rect">
            <a:avLst/>
          </a:prstGeom>
        </p:spPr>
      </p:pic>
      <p:pic>
        <p:nvPicPr>
          <p:cNvPr id="16" name="Picture 15" descr="The image depicts a TCS34725 RGB sensor module, featuring an LED, an integrated sensor, and connections to SCL, VIN, and GND.&#10;&#10;AI-generated content may be incorrect.">
            <a:extLst>
              <a:ext uri="{FF2B5EF4-FFF2-40B4-BE49-F238E27FC236}">
                <a16:creationId xmlns:a16="http://schemas.microsoft.com/office/drawing/2014/main" id="{77EE9E85-4754-DA86-F694-8DFDE3C4CF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4570" y="3557590"/>
            <a:ext cx="667064" cy="628882"/>
          </a:xfrm>
          <a:prstGeom prst="rect">
            <a:avLst/>
          </a:prstGeom>
        </p:spPr>
      </p:pic>
      <p:pic>
        <p:nvPicPr>
          <p:cNvPr id="20" name="Picture 19" descr="The image shows a circuit board with a SparkFun Qwiic Distance sensor connected, featuring components such as GND, 3.3V, VL53L1X, and communication pins like SDA and SCL, with a power shutdown button.&#10;&#10;AI-generated content may be incorrect.">
            <a:extLst>
              <a:ext uri="{FF2B5EF4-FFF2-40B4-BE49-F238E27FC236}">
                <a16:creationId xmlns:a16="http://schemas.microsoft.com/office/drawing/2014/main" id="{8896DBB4-2326-69B7-2F3E-993645C065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1095" y="2707795"/>
            <a:ext cx="696032" cy="669298"/>
          </a:xfrm>
          <a:prstGeom prst="rect">
            <a:avLst/>
          </a:prstGeom>
        </p:spPr>
      </p:pic>
      <p:pic>
        <p:nvPicPr>
          <p:cNvPr id="9" name="Picture 8" descr="The image shows a Raspberry Pi Sense HAT connected to a breadboard, featuring various sensor modules for humidity, pressure, and motion detection.&#10;&#10;AI-generated content may be incorrect.">
            <a:extLst>
              <a:ext uri="{FF2B5EF4-FFF2-40B4-BE49-F238E27FC236}">
                <a16:creationId xmlns:a16="http://schemas.microsoft.com/office/drawing/2014/main" id="{AF04E8E0-3246-7EF6-2C72-86D005AE39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124" y="1478069"/>
            <a:ext cx="2446164" cy="434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7CF632BE-6613-88A8-3918-B8655138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83A41B-E2B7-BEEC-CC4B-C46609369050}"/>
              </a:ext>
            </a:extLst>
          </p:cNvPr>
          <p:cNvSpPr txBox="1"/>
          <p:nvPr/>
        </p:nvSpPr>
        <p:spPr>
          <a:xfrm>
            <a:off x="9066923" y="64309"/>
            <a:ext cx="3383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Smart Assistive System </a:t>
            </a:r>
            <a:r>
              <a:rPr lang="en-US" sz="2000" b="1" dirty="0"/>
              <a:t>		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FAA14-0FDD-603C-9449-D50B195D65E3}"/>
              </a:ext>
            </a:extLst>
          </p:cNvPr>
          <p:cNvSpPr txBox="1"/>
          <p:nvPr/>
        </p:nvSpPr>
        <p:spPr>
          <a:xfrm>
            <a:off x="3291840" y="6390068"/>
            <a:ext cx="6002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accent3">
                    <a:lumMod val="50000"/>
                  </a:schemeClr>
                </a:solidFill>
              </a:rPr>
              <a:t>Kush Patel | Krish Patel | Daksh Rana | Sarang Prajapati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0B3316-9F73-E502-60CD-F10A3E4A2600}"/>
              </a:ext>
            </a:extLst>
          </p:cNvPr>
          <p:cNvSpPr txBox="1">
            <a:spLocks/>
          </p:cNvSpPr>
          <p:nvPr/>
        </p:nvSpPr>
        <p:spPr>
          <a:xfrm>
            <a:off x="0" y="720230"/>
            <a:ext cx="6908800" cy="530860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Firebase Database</a:t>
            </a:r>
          </a:p>
        </p:txBody>
      </p:sp>
      <p:pic>
        <p:nvPicPr>
          <p:cNvPr id="10" name="Content Placeholder 9" descr="Tcs34725&#10;&#10;AI-generated content may be incorrect.">
            <a:extLst>
              <a:ext uri="{FF2B5EF4-FFF2-40B4-BE49-F238E27FC236}">
                <a16:creationId xmlns:a16="http://schemas.microsoft.com/office/drawing/2014/main" id="{79814541-2C35-E218-C949-B4D4E9996F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04775" y="1316831"/>
            <a:ext cx="2873954" cy="2430415"/>
          </a:xfrm>
          <a:prstGeom prst="rect">
            <a:avLst/>
          </a:prstGeom>
        </p:spPr>
      </p:pic>
      <p:pic>
        <p:nvPicPr>
          <p:cNvPr id="12" name="Picture 11" descr="The image displays a text snippet with a device identification (VL53L1X) and data showing a distance measurement of 1 cm and a timestamp of February 23, 2026, at 6:13 PM.&#10;&#10;AI-generated content may be incorrect.">
            <a:extLst>
              <a:ext uri="{FF2B5EF4-FFF2-40B4-BE49-F238E27FC236}">
                <a16:creationId xmlns:a16="http://schemas.microsoft.com/office/drawing/2014/main" id="{B16AED80-2D30-0856-4910-164ADA173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75" y="4151080"/>
            <a:ext cx="3460505" cy="975729"/>
          </a:xfrm>
          <a:prstGeom prst="rect">
            <a:avLst/>
          </a:prstGeom>
        </p:spPr>
      </p:pic>
      <p:pic>
        <p:nvPicPr>
          <p:cNvPr id="14" name="Picture 13" descr="The image displays a table listing various color measurements, device identifier, temperature, and a timestamp.&#10;&#10;AI-generated content may be incorrect.">
            <a:extLst>
              <a:ext uri="{FF2B5EF4-FFF2-40B4-BE49-F238E27FC236}">
                <a16:creationId xmlns:a16="http://schemas.microsoft.com/office/drawing/2014/main" id="{5C0B26A3-3DB1-F814-54DC-AA18B6342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035" y="1316831"/>
            <a:ext cx="3179619" cy="2298933"/>
          </a:xfrm>
          <a:prstGeom prst="rect">
            <a:avLst/>
          </a:prstGeom>
        </p:spPr>
      </p:pic>
      <p:pic>
        <p:nvPicPr>
          <p:cNvPr id="16" name="Picture 15" descr="The image shows a timestamped data entry for a TSL2591 lux sensor reading, indicating a light level of 67.&#10;&#10;AI-generated content may be incorrect.">
            <a:extLst>
              <a:ext uri="{FF2B5EF4-FFF2-40B4-BE49-F238E27FC236}">
                <a16:creationId xmlns:a16="http://schemas.microsoft.com/office/drawing/2014/main" id="{D789971F-A3FF-BB8C-B063-5102F10D93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7035" y="4045241"/>
            <a:ext cx="3272059" cy="92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9537E-E4B6-B0C6-BC32-D6DFA3BAAF43}"/>
              </a:ext>
            </a:extLst>
          </p:cNvPr>
          <p:cNvSpPr txBox="1"/>
          <p:nvPr/>
        </p:nvSpPr>
        <p:spPr>
          <a:xfrm>
            <a:off x="9066923" y="64309"/>
            <a:ext cx="3383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Smart Assistive System </a:t>
            </a:r>
            <a:r>
              <a:rPr lang="en-US" sz="2000" b="1" dirty="0"/>
              <a:t>	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11121-86A3-DCCD-B82B-7CFCDBA46222}"/>
              </a:ext>
            </a:extLst>
          </p:cNvPr>
          <p:cNvSpPr txBox="1"/>
          <p:nvPr/>
        </p:nvSpPr>
        <p:spPr>
          <a:xfrm>
            <a:off x="3291840" y="6390068"/>
            <a:ext cx="6002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accent3">
                    <a:lumMod val="50000"/>
                  </a:schemeClr>
                </a:solidFill>
              </a:rPr>
              <a:t>Kush Patel | Krish Patel | Daksh Rana | Sarang Prajapati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0F567A4-5947-72B2-15D3-1928CC85E070}"/>
              </a:ext>
            </a:extLst>
          </p:cNvPr>
          <p:cNvSpPr txBox="1">
            <a:spLocks/>
          </p:cNvSpPr>
          <p:nvPr/>
        </p:nvSpPr>
        <p:spPr>
          <a:xfrm>
            <a:off x="0" y="720230"/>
            <a:ext cx="6908800" cy="530860"/>
          </a:xfrm>
          <a:prstGeom prst="rect">
            <a:avLst/>
          </a:prstGeom>
          <a:solidFill>
            <a:srgbClr val="E9E6DF"/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Android Mobile Application</a:t>
            </a:r>
          </a:p>
        </p:txBody>
      </p:sp>
      <p:pic>
        <p:nvPicPr>
          <p:cNvPr id="14" name="Content Placeholder 13" descr="The image displays a welcome screen for a Smart Assistive System, featuring voice assistance, walking assistance, patient account linkage, and active sensors for light, color, distance, and spectrum.&#10;&#10;AI-generated content may be incorrect.">
            <a:extLst>
              <a:ext uri="{FF2B5EF4-FFF2-40B4-BE49-F238E27FC236}">
                <a16:creationId xmlns:a16="http://schemas.microsoft.com/office/drawing/2014/main" id="{546E12BF-3DD1-2760-0CFD-F110021DDD9B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/>
          <a:stretch>
            <a:fillRect/>
          </a:stretch>
        </p:blipFill>
        <p:spPr>
          <a:xfrm>
            <a:off x="600809" y="1527372"/>
            <a:ext cx="1990405" cy="4426004"/>
          </a:xfrm>
          <a:prstGeom prst="rect">
            <a:avLst/>
          </a:prstGeom>
        </p:spPr>
      </p:pic>
      <p:pic>
        <p:nvPicPr>
          <p:cNvPr id="16" name="Picture 15" descr="The image displays a patient list with contact details for Kush Patel and Sarang Prajapti, including phone numbers and an empty SOS status.&#10;&#10;AI-generated content may be incorrect.">
            <a:extLst>
              <a:ext uri="{FF2B5EF4-FFF2-40B4-BE49-F238E27FC236}">
                <a16:creationId xmlns:a16="http://schemas.microsoft.com/office/drawing/2014/main" id="{D0A3404F-9708-F2F2-0E4B-DE89C1E99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445" y="1527372"/>
            <a:ext cx="1990405" cy="4426004"/>
          </a:xfrm>
          <a:prstGeom prst="rect">
            <a:avLst/>
          </a:prstGeom>
        </p:spPr>
      </p:pic>
      <p:pic>
        <p:nvPicPr>
          <p:cNvPr id="18" name="Picture 17" descr="The image displays a dashboard with various sensors' data, including spectral, light, color, and distance readings, for patient Sarang Prajapti.&#10;&#10;AI-generated content may be incorrect.">
            <a:extLst>
              <a:ext uri="{FF2B5EF4-FFF2-40B4-BE49-F238E27FC236}">
                <a16:creationId xmlns:a16="http://schemas.microsoft.com/office/drawing/2014/main" id="{C01CE7D3-DF76-6084-F07A-B4171A27C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845" y="1527372"/>
            <a:ext cx="1990406" cy="4426006"/>
          </a:xfrm>
          <a:prstGeom prst="rect">
            <a:avLst/>
          </a:prstGeom>
        </p:spPr>
      </p:pic>
      <p:pic>
        <p:nvPicPr>
          <p:cNvPr id="20" name="Picture 19" descr="The image displays a user interface for a health monitoring system, showing recent alerts including a complete system check, low ambient light, new user feedback, and new patient additions.&#10;&#10;AI-generated content may be incorrect.">
            <a:extLst>
              <a:ext uri="{FF2B5EF4-FFF2-40B4-BE49-F238E27FC236}">
                <a16:creationId xmlns:a16="http://schemas.microsoft.com/office/drawing/2014/main" id="{50EDFAB3-C7B2-C319-C7B6-EF18DD703A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482" y="1485167"/>
            <a:ext cx="1990406" cy="4426006"/>
          </a:xfrm>
          <a:prstGeom prst="rect">
            <a:avLst/>
          </a:prstGeom>
        </p:spPr>
      </p:pic>
      <p:pic>
        <p:nvPicPr>
          <p:cNvPr id="22" name="Picture 21" descr="The image shows a user interface for a feedback form on a mobile app, specifically for a smart assistive system, with fields for customer's name, comment, and rating.&#10;&#10;AI-generated content may be incorrect.">
            <a:extLst>
              <a:ext uri="{FF2B5EF4-FFF2-40B4-BE49-F238E27FC236}">
                <a16:creationId xmlns:a16="http://schemas.microsoft.com/office/drawing/2014/main" id="{65771626-D770-09A9-62B0-0148C1BC8F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6119" y="1485167"/>
            <a:ext cx="1971426" cy="438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23" descr="The image illustrates a system demonstration setup that integrates IoT hardware, cloud, and mobile applications, featuring components like laptops, smartphones, jumper wires, power cables, USB cables, and optional peripherals like a mouse and keyboard.&#10;&#10;AI-generated content may be incorrect.">
            <a:extLst>
              <a:ext uri="{FF2B5EF4-FFF2-40B4-BE49-F238E27FC236}">
                <a16:creationId xmlns:a16="http://schemas.microsoft.com/office/drawing/2014/main" id="{2EFF26A5-5D96-2D04-C8EF-C7DD149A1172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3652599" y="3975741"/>
            <a:ext cx="4886801" cy="266552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C18A5-CD3A-5AAA-2D15-8EA2147F9A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5100C-6586-B8A6-3ABE-FF5E161F41DF}"/>
              </a:ext>
            </a:extLst>
          </p:cNvPr>
          <p:cNvSpPr txBox="1"/>
          <p:nvPr/>
        </p:nvSpPr>
        <p:spPr>
          <a:xfrm>
            <a:off x="9066923" y="64309"/>
            <a:ext cx="3383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Smart Assistive System </a:t>
            </a:r>
            <a:r>
              <a:rPr lang="en-US" sz="2000" b="1" dirty="0"/>
              <a:t>			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624AE1-AAC3-AF12-432F-7CE00FDF8B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00"/>
          <a:stretch>
            <a:fillRect/>
          </a:stretch>
        </p:blipFill>
        <p:spPr>
          <a:xfrm>
            <a:off x="4966212" y="1782524"/>
            <a:ext cx="2202456" cy="22734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58B4E4F-833F-2B0F-907C-A47ED7ABC1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453"/>
          <a:stretch>
            <a:fillRect/>
          </a:stretch>
        </p:blipFill>
        <p:spPr>
          <a:xfrm>
            <a:off x="9546749" y="1828958"/>
            <a:ext cx="2202456" cy="156494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342FC69-6B7F-596A-B677-FFAF476DD2EE}"/>
              </a:ext>
            </a:extLst>
          </p:cNvPr>
          <p:cNvSpPr txBox="1"/>
          <p:nvPr/>
        </p:nvSpPr>
        <p:spPr>
          <a:xfrm>
            <a:off x="9797428" y="4377178"/>
            <a:ext cx="26527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 :</a:t>
            </a:r>
          </a:p>
          <a:p>
            <a:r>
              <a:rPr lang="en-US" dirty="0"/>
              <a:t>jumper wires</a:t>
            </a:r>
          </a:p>
          <a:p>
            <a:r>
              <a:rPr lang="en-US" dirty="0"/>
              <a:t>Power cables</a:t>
            </a:r>
          </a:p>
          <a:p>
            <a:r>
              <a:rPr lang="en-US" dirty="0"/>
              <a:t>USB cable for Pi</a:t>
            </a:r>
          </a:p>
          <a:p>
            <a:r>
              <a:rPr lang="en-US" dirty="0"/>
              <a:t>Mouse + keyboard (optional for Pi)</a:t>
            </a:r>
          </a:p>
          <a:p>
            <a:r>
              <a:rPr lang="en-US" dirty="0"/>
              <a:t>HDMI cable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7" name="Title 2">
            <a:extLst>
              <a:ext uri="{FF2B5EF4-FFF2-40B4-BE49-F238E27FC236}">
                <a16:creationId xmlns:a16="http://schemas.microsoft.com/office/drawing/2014/main" id="{A3B364EF-3EB8-44ED-5952-30358EEE9D8C}"/>
              </a:ext>
            </a:extLst>
          </p:cNvPr>
          <p:cNvSpPr txBox="1">
            <a:spLocks/>
          </p:cNvSpPr>
          <p:nvPr/>
        </p:nvSpPr>
        <p:spPr>
          <a:xfrm>
            <a:off x="0" y="720230"/>
            <a:ext cx="6908800" cy="530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System Demonstration Setup </a:t>
            </a:r>
            <a:endParaRPr lang="en-US" dirty="0"/>
          </a:p>
        </p:txBody>
      </p:sp>
      <p:pic>
        <p:nvPicPr>
          <p:cNvPr id="6" name="Picture 5" descr="The image depicts a collection of various hardware components including a Raspberry Pi, multiple sensors like TSL2591, VL53L1X, TCS34725, AS7262, and a TCA9548A multiplexer, all connected to a breadboard with associated wiring.&#10;&#10;AI-generated content may be incorrect.">
            <a:extLst>
              <a:ext uri="{FF2B5EF4-FFF2-40B4-BE49-F238E27FC236}">
                <a16:creationId xmlns:a16="http://schemas.microsoft.com/office/drawing/2014/main" id="{A572CF7B-8DFF-8ED2-D834-B41C13349C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2" y="1782524"/>
            <a:ext cx="2561289" cy="2332382"/>
          </a:xfrm>
          <a:prstGeom prst="rect">
            <a:avLst/>
          </a:prstGeom>
        </p:spPr>
      </p:pic>
      <p:pic>
        <p:nvPicPr>
          <p:cNvPr id="10" name="Picture 9" descr="The image depicts a mobile application setup screen with a user who has logged in, navigated to different sections like Home Dashboard, Alerts Module, and Patient Management, and has enabled real-time data fetching.&#10;&#10;AI-generated content may be incorrect.">
            <a:extLst>
              <a:ext uri="{FF2B5EF4-FFF2-40B4-BE49-F238E27FC236}">
                <a16:creationId xmlns:a16="http://schemas.microsoft.com/office/drawing/2014/main" id="{592B07BA-E82D-B382-D137-0F2E216E6A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8891" y="1782525"/>
            <a:ext cx="2304386" cy="1875076"/>
          </a:xfrm>
          <a:prstGeom prst="rect">
            <a:avLst/>
          </a:prstGeom>
        </p:spPr>
      </p:pic>
      <p:pic>
        <p:nvPicPr>
          <p:cNvPr id="15" name="Picture 14" descr="The image depicts a prototype of a smart assistive system with custom enclosures designed for target object sensor testing.&#10;&#10;AI-generated content may be incorrect.">
            <a:extLst>
              <a:ext uri="{FF2B5EF4-FFF2-40B4-BE49-F238E27FC236}">
                <a16:creationId xmlns:a16="http://schemas.microsoft.com/office/drawing/2014/main" id="{C8BC0441-0FD3-8632-3FA2-4741CCF51B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0008" y="1687478"/>
            <a:ext cx="2053662" cy="19701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F8D184-51ED-BFF1-075D-F699F417B3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2112" y="1790674"/>
            <a:ext cx="295316" cy="390580"/>
          </a:xfrm>
          <a:prstGeom prst="rect">
            <a:avLst/>
          </a:prstGeom>
        </p:spPr>
      </p:pic>
      <p:pic>
        <p:nvPicPr>
          <p:cNvPr id="28" name="Picture 27" descr="A smiley face appears on a yellow laptop screen.&#10;&#10;AI-generated content may be incorrect.">
            <a:extLst>
              <a:ext uri="{FF2B5EF4-FFF2-40B4-BE49-F238E27FC236}">
                <a16:creationId xmlns:a16="http://schemas.microsoft.com/office/drawing/2014/main" id="{C93C4296-1B92-F7D8-A44C-B99703B7DD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6381" y="5534624"/>
            <a:ext cx="1502678" cy="961799"/>
          </a:xfrm>
          <a:prstGeom prst="rect">
            <a:avLst/>
          </a:prstGeom>
        </p:spPr>
      </p:pic>
      <p:pic>
        <p:nvPicPr>
          <p:cNvPr id="30" name="Picture 29" descr="The image is a simple, solid, and bright yellow canvas.&#10;&#10;AI-generated content may be incorrect.">
            <a:extLst>
              <a:ext uri="{FF2B5EF4-FFF2-40B4-BE49-F238E27FC236}">
                <a16:creationId xmlns:a16="http://schemas.microsoft.com/office/drawing/2014/main" id="{BD3C1B76-784A-351D-10E0-4B1C86E1E9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8801" y="5524806"/>
            <a:ext cx="1452282" cy="971617"/>
          </a:xfrm>
          <a:prstGeom prst="rect">
            <a:avLst/>
          </a:prstGeom>
        </p:spPr>
      </p:pic>
      <p:pic>
        <p:nvPicPr>
          <p:cNvPr id="36" name="Picture 35" descr="The image shows a black smartphone screen with a grid of colorful buttons.&#10;&#10;AI-generated content may be incorrect.">
            <a:extLst>
              <a:ext uri="{FF2B5EF4-FFF2-40B4-BE49-F238E27FC236}">
                <a16:creationId xmlns:a16="http://schemas.microsoft.com/office/drawing/2014/main" id="{A6D15543-87D1-8954-FECF-A80B8BB04C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2257" y="5569016"/>
            <a:ext cx="985370" cy="92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93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9412F5D-B491-D0A5-ED39-B385388C567B}"/>
              </a:ext>
            </a:extLst>
          </p:cNvPr>
          <p:cNvSpPr txBox="1"/>
          <p:nvPr/>
        </p:nvSpPr>
        <p:spPr>
          <a:xfrm>
            <a:off x="9066923" y="64309"/>
            <a:ext cx="3383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Smart Assistive System </a:t>
            </a:r>
            <a:r>
              <a:rPr lang="en-US" sz="2000" b="1" dirty="0"/>
              <a:t>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5DF4AB-5679-4B2F-5977-31B4D23C95E4}"/>
              </a:ext>
            </a:extLst>
          </p:cNvPr>
          <p:cNvSpPr txBox="1"/>
          <p:nvPr/>
        </p:nvSpPr>
        <p:spPr>
          <a:xfrm>
            <a:off x="3291840" y="6390068"/>
            <a:ext cx="6002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accent3">
                    <a:lumMod val="50000"/>
                  </a:schemeClr>
                </a:solidFill>
              </a:rPr>
              <a:t>Kush Patel | Krish Patel | Daksh Rana | Sarang Prajapati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6E6B126-AF82-A3AA-E45B-0F2FDC557BE7}"/>
              </a:ext>
            </a:extLst>
          </p:cNvPr>
          <p:cNvSpPr txBox="1">
            <a:spLocks/>
          </p:cNvSpPr>
          <p:nvPr/>
        </p:nvSpPr>
        <p:spPr>
          <a:xfrm>
            <a:off x="0" y="720230"/>
            <a:ext cx="6908800" cy="53086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System Demonstration</a:t>
            </a:r>
          </a:p>
        </p:txBody>
      </p:sp>
      <p:pic>
        <p:nvPicPr>
          <p:cNvPr id="9" name="Picture 8" descr="The image illustrates a Smart Assistant System with various components including a Cloud Syncing module, Data Nodes, an Assistive Logic Engine, Sensors like TSLS2591 and TCS34725, and an Android Mobile Application for monitoring and managing patient status, safety, and environmental data.&#10;&#10;AI-generated content may be incorrect.">
            <a:extLst>
              <a:ext uri="{FF2B5EF4-FFF2-40B4-BE49-F238E27FC236}">
                <a16:creationId xmlns:a16="http://schemas.microsoft.com/office/drawing/2014/main" id="{AA9C3BBD-7918-49AD-2010-4DD4B4D2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659" y="1885816"/>
            <a:ext cx="6738027" cy="36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78BF1D-5DEF-44FE-70C7-381169FB73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CB6ADAE-05DA-397D-A9F1-61BE180752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Any Questions..?</a:t>
            </a:r>
          </a:p>
        </p:txBody>
      </p:sp>
    </p:spTree>
    <p:extLst>
      <p:ext uri="{BB962C8B-B14F-4D97-AF65-F5344CB8AC3E}">
        <p14:creationId xmlns:p14="http://schemas.microsoft.com/office/powerpoint/2010/main" val="18240716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purl.org/dc/elements/1.1/"/>
    <ds:schemaRef ds:uri="http://www.w3.org/XML/1998/namespace"/>
    <ds:schemaRef ds:uri="http://schemas.microsoft.com/office/infopath/2007/PartnerControls"/>
    <ds:schemaRef ds:uri="16c05727-aa75-4e4a-9b5f-8a80a1165891"/>
    <ds:schemaRef ds:uri="230e9df3-be65-4c73-a93b-d1236ebd677e"/>
    <ds:schemaRef ds:uri="http://purl.org/dc/terms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71af3243-3dd4-4a8d-8c0d-dd76da1f02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352</TotalTime>
  <Words>167</Words>
  <Application>Microsoft Office PowerPoint</Application>
  <PresentationFormat>Widescreen</PresentationFormat>
  <Paragraphs>54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 3</vt:lpstr>
      <vt:lpstr>Facet</vt:lpstr>
      <vt:lpstr>Smart Assistive  System</vt:lpstr>
      <vt:lpstr>Hardware System Overview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Yashika Bhatt</dc:creator>
  <cp:lastModifiedBy>Sarang Sureshbhai Prajapati</cp:lastModifiedBy>
  <cp:revision>19</cp:revision>
  <dcterms:created xsi:type="dcterms:W3CDTF">2026-03-24T14:18:07Z</dcterms:created>
  <dcterms:modified xsi:type="dcterms:W3CDTF">2026-03-30T17:58:09Z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