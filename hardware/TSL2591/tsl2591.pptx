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9559" autoAdjust="0"/>
    <p:restoredTop sz="95020" autoAdjust="0"/>
  </p:normalViewPr>
  <p:slideViewPr>
    <p:cSldViewPr snapToGrid="0">
      <p:cViewPr>
        <p:scale>
          <a:sx n="95" d="100"/>
          <a:sy n="95" d="100"/>
        </p:scale>
        <p:origin x="-331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E00FE-B588-1DA3-FD5F-CEEC915FA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10922432" cy="180109"/>
          </a:xfrm>
        </p:spPr>
        <p:txBody>
          <a:bodyPr>
            <a:normAutofit fontScale="90000"/>
          </a:bodyPr>
          <a:lstStyle/>
          <a:p>
            <a:r>
              <a:rPr lang="en-CA" sz="4000" dirty="0"/>
              <a:t>Krish Patel</a:t>
            </a:r>
            <a:br>
              <a:rPr lang="en-CA" dirty="0"/>
            </a:br>
            <a:r>
              <a:rPr lang="en-CA" sz="3100" dirty="0"/>
              <a:t>Hardware production technology:- TSL2591(LIGHT SENSOR)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B431FD-2863-5B39-4C92-1DA3AE8EF2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1413" y="1354016"/>
            <a:ext cx="2893364" cy="528536"/>
          </a:xfrm>
        </p:spPr>
        <p:txBody>
          <a:bodyPr/>
          <a:lstStyle/>
          <a:p>
            <a:r>
              <a:rPr lang="en-CA" dirty="0"/>
              <a:t>Mounted sensor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5456F6-9C7F-6E3C-A80D-75F83F7ECF5D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127025" y="3443986"/>
            <a:ext cx="4134427" cy="528536"/>
          </a:xfrm>
        </p:spPr>
        <p:txBody>
          <a:bodyPr/>
          <a:lstStyle/>
          <a:p>
            <a:r>
              <a:rPr lang="en-CA" dirty="0"/>
              <a:t>The default i2c address of TSL2591 is 0x29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2DFCFC-5D2C-17A1-7C8D-3FEA72AE70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141413" y="3972522"/>
            <a:ext cx="2907752" cy="510415"/>
          </a:xfrm>
        </p:spPr>
        <p:txBody>
          <a:bodyPr/>
          <a:lstStyle/>
          <a:p>
            <a:r>
              <a:rPr lang="en-CA" dirty="0"/>
              <a:t>I2C ADDRESS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5357D8-09F6-F3D5-2DB3-8C6DF2573B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98641" y="1394728"/>
            <a:ext cx="3194968" cy="447112"/>
          </a:xfrm>
        </p:spPr>
        <p:txBody>
          <a:bodyPr/>
          <a:lstStyle/>
          <a:p>
            <a:r>
              <a:rPr lang="en-CA" dirty="0"/>
              <a:t>Readings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569DB01-4322-F3CD-EC89-247F4E14E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4538861"/>
            <a:ext cx="4450495" cy="199382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FD4C794-7BAC-A17A-8CA9-298965F21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4228" y="1926136"/>
            <a:ext cx="4756581" cy="2154663"/>
          </a:xfrm>
          <a:prstGeom prst="rect">
            <a:avLst/>
          </a:prstGeom>
        </p:spPr>
      </p:pic>
      <p:pic>
        <p:nvPicPr>
          <p:cNvPr id="16" name="Picture 15" descr="A close-up of a device&#10;&#10;AI-generated content may be incorrect.">
            <a:extLst>
              <a:ext uri="{FF2B5EF4-FFF2-40B4-BE49-F238E27FC236}">
                <a16:creationId xmlns:a16="http://schemas.microsoft.com/office/drawing/2014/main" id="{76764277-8E51-795B-45AD-740636068F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8481" y="1846021"/>
            <a:ext cx="3992815" cy="2200638"/>
          </a:xfrm>
          <a:prstGeom prst="rect">
            <a:avLst/>
          </a:prstGeom>
        </p:spPr>
      </p:pic>
      <p:sp>
        <p:nvSpPr>
          <p:cNvPr id="18" name="Rectangle 2">
            <a:extLst>
              <a:ext uri="{FF2B5EF4-FFF2-40B4-BE49-F238E27FC236}">
                <a16:creationId xmlns:a16="http://schemas.microsoft.com/office/drawing/2014/main" id="{7B77F959-1519-C567-C99E-138CDD446F15}"/>
              </a:ext>
            </a:extLst>
          </p:cNvPr>
          <p:cNvSpPr>
            <a:spLocks noGrp="1" noChangeArrowheads="1"/>
          </p:cNvSpPr>
          <p:nvPr>
            <p:ph type="body" sz="half" idx="16"/>
          </p:nvPr>
        </p:nvSpPr>
        <p:spPr bwMode="auto">
          <a:xfrm>
            <a:off x="5591908" y="4309110"/>
            <a:ext cx="429890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 intensity (lux)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I²C communication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I²C Address: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0x29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accurate light readings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full-spectrum and infrared sensing</a:t>
            </a:r>
          </a:p>
        </p:txBody>
      </p:sp>
    </p:spTree>
    <p:extLst>
      <p:ext uri="{BB962C8B-B14F-4D97-AF65-F5344CB8AC3E}">
        <p14:creationId xmlns:p14="http://schemas.microsoft.com/office/powerpoint/2010/main" val="42093475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{C5B65193-0376-4687-9B30-C63182EAAE96}TF6d5feb1e-e145-43f1-b745-cb4b54c5ee975d365c52-ce22229b0e48</Template>
  <TotalTime>127</TotalTime>
  <Words>47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Arial Unicode MS</vt:lpstr>
      <vt:lpstr>Tw Cen MT</vt:lpstr>
      <vt:lpstr>Circuit</vt:lpstr>
      <vt:lpstr>Krish Patel Hardware production technology:- TSL2591(LIGHT SENSOR)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 Patel</dc:creator>
  <cp:lastModifiedBy>Krish Patel</cp:lastModifiedBy>
  <cp:revision>8</cp:revision>
  <dcterms:created xsi:type="dcterms:W3CDTF">2025-11-27T18:14:13Z</dcterms:created>
  <dcterms:modified xsi:type="dcterms:W3CDTF">2025-12-04T18:14:46Z</dcterms:modified>
</cp:coreProperties>
</file>