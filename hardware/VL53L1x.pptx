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88" d="100"/>
          <a:sy n="88" d="100"/>
        </p:scale>
        <p:origin x="210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5312" y="0"/>
            <a:ext cx="7423848" cy="6030685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Name:-Kush Patel</a:t>
            </a:r>
            <a:br>
              <a:rPr lang="en-US" sz="4900" dirty="0"/>
            </a:br>
            <a:r>
              <a:rPr lang="en-US" sz="5400" b="1" i="1" dirty="0">
                <a:solidFill>
                  <a:schemeClr val="tx1"/>
                </a:solidFill>
              </a:rPr>
              <a:t>Sensor</a:t>
            </a:r>
            <a:r>
              <a:rPr lang="en-US" sz="5400" i="1" dirty="0">
                <a:solidFill>
                  <a:schemeClr val="tx1"/>
                </a:solidFill>
              </a:rPr>
              <a:t>: VL53L1X Distance Sensor</a:t>
            </a:r>
            <a:br>
              <a:rPr lang="en-US" sz="5400" i="1" dirty="0">
                <a:solidFill>
                  <a:schemeClr val="tx1"/>
                </a:solidFill>
              </a:rPr>
            </a:br>
            <a:r>
              <a:rPr lang="en-US" sz="5400" b="1" i="1" dirty="0">
                <a:solidFill>
                  <a:schemeClr val="tx1"/>
                </a:solidFill>
              </a:rPr>
              <a:t>I²C Address</a:t>
            </a:r>
            <a:r>
              <a:rPr lang="en-US" sz="5400" i="1" dirty="0">
                <a:solidFill>
                  <a:schemeClr val="tx1"/>
                </a:solidFill>
              </a:rPr>
              <a:t>: 0x29</a:t>
            </a:r>
            <a:br>
              <a:rPr lang="en-US" sz="5400" i="1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VL53L1X Mounted 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to Hardware Case</a:t>
            </a:r>
            <a:br>
              <a:rPr lang="en-US" sz="4900" dirty="0">
                <a:solidFill>
                  <a:schemeClr val="tx1"/>
                </a:solidFill>
              </a:rPr>
            </a:br>
            <a:br>
              <a:rPr lang="en-US" sz="8000" dirty="0"/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FB3AA10-4F88-652E-24FC-32F5D0A97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54" y="3124176"/>
            <a:ext cx="3545421" cy="367826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E59A8-0A3D-4383-256A-A44CE3376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0" y="363795"/>
            <a:ext cx="4369632" cy="2396587"/>
          </a:xfrm>
          <a:prstGeom prst="rect">
            <a:avLst/>
          </a:prstGeom>
        </p:spPr>
      </p:pic>
      <p:pic>
        <p:nvPicPr>
          <p:cNvPr id="7" name="Picture 6" descr="A red circuit board with wires and wires&#10;&#10;AI-generated content may be incorrect.">
            <a:extLst>
              <a:ext uri="{FF2B5EF4-FFF2-40B4-BE49-F238E27FC236}">
                <a16:creationId xmlns:a16="http://schemas.microsoft.com/office/drawing/2014/main" id="{633AE46C-4E6E-8CAB-D7F1-65116A2FF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43" y="4498925"/>
            <a:ext cx="3221859" cy="21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2006/metadata/properties"/>
    <ds:schemaRef ds:uri="http://purl.org/dc/terms/"/>
    <ds:schemaRef ds:uri="230e9df3-be65-4c73-a93b-d1236ebd677e"/>
    <ds:schemaRef ds:uri="71af3243-3dd4-4a8d-8c0d-dd76da1f02a5"/>
    <ds:schemaRef ds:uri="http://schemas.openxmlformats.org/package/2006/metadata/core-properties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{46C03029-A99A-4076-8E36-1F6CE81710E5}TFf0a5ceae-4542-492d-822e-d65a94fb0e1e3b562c5a_win32-009a0557e699</Template>
  <TotalTime>51</TotalTime>
  <Words>24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Bookman Old Style</vt:lpstr>
      <vt:lpstr>Calibri</vt:lpstr>
      <vt:lpstr>Franklin Gothic Book</vt:lpstr>
      <vt:lpstr>Custom</vt:lpstr>
      <vt:lpstr>Name:-Kush Patel Sensor: VL53L1X Distance Sensor I²C Address: 0x29 VL53L1X Mounted  to Hardware Case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 Patel</dc:creator>
  <cp:lastModifiedBy>Kush Patel</cp:lastModifiedBy>
  <cp:revision>3</cp:revision>
  <dcterms:created xsi:type="dcterms:W3CDTF">2025-11-25T13:58:29Z</dcterms:created>
  <dcterms:modified xsi:type="dcterms:W3CDTF">2025-12-02T13:53:22Z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