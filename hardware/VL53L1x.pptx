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4"/>
  </p:sldMasterIdLst>
  <p:sldIdLst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>
        <p:scale>
          <a:sx n="64" d="100"/>
          <a:sy n="64" d="100"/>
        </p:scale>
        <p:origin x="1131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11/25/2025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9754" y="639097"/>
            <a:ext cx="6253317" cy="3686015"/>
          </a:xfrm>
        </p:spPr>
        <p:txBody>
          <a:bodyPr>
            <a:normAutofit/>
          </a:bodyPr>
          <a:lstStyle/>
          <a:p>
            <a:r>
              <a:rPr lang="en-US" sz="8000" dirty="0"/>
              <a:t>Kush Patel</a:t>
            </a:r>
            <a:br>
              <a:rPr lang="en-US" sz="8000" dirty="0"/>
            </a:br>
            <a:endParaRPr lang="en-US" sz="8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672739"/>
            <a:ext cx="6269347" cy="102149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Hardware Production Tech</a:t>
            </a:r>
          </a:p>
          <a:p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5" name="Picture 4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27754" y="4498925"/>
            <a:ext cx="5636107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B2EA78-AEB3-469B-9025-3B17201A45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 anchor="ctr">
            <a:normAutofit/>
          </a:bodyPr>
          <a:lstStyle/>
          <a:p>
            <a:pPr lvl="0"/>
            <a:r>
              <a:rPr lang="en-US" sz="4800" b="1" i="1" dirty="0">
                <a:solidFill>
                  <a:srgbClr val="FFFFFF"/>
                </a:solidFill>
              </a:rPr>
              <a:t>Sensor</a:t>
            </a:r>
            <a:r>
              <a:rPr lang="en-US" sz="4800" i="1" dirty="0">
                <a:solidFill>
                  <a:srgbClr val="FFFFFF"/>
                </a:solidFill>
              </a:rPr>
              <a:t>: VL53L1X Time-of-Flight Distance Sensor</a:t>
            </a:r>
            <a:br>
              <a:rPr lang="en-US" sz="4800" i="1" dirty="0">
                <a:solidFill>
                  <a:srgbClr val="FFFFFF"/>
                </a:solidFill>
              </a:rPr>
            </a:br>
            <a:r>
              <a:rPr lang="en-US" sz="4800" b="1" i="1" dirty="0">
                <a:solidFill>
                  <a:srgbClr val="FFFFFF"/>
                </a:solidFill>
              </a:rPr>
              <a:t>I²C Address</a:t>
            </a:r>
            <a:r>
              <a:rPr lang="en-US" sz="4800" i="1" dirty="0">
                <a:solidFill>
                  <a:srgbClr val="FFFFFF"/>
                </a:solidFill>
              </a:rPr>
              <a:t>: 0x29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1F2F-E259-4EA8-9FFD-3A10AF5418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Successful I²C detection showing VL53L1X responding at 0x29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9D27D45-9B2B-B745-F432-9032187140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7746" y="2420293"/>
            <a:ext cx="4369632" cy="239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14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DB1BA-5089-8C74-FA33-06AAF0CC8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EE41F587-5A09-AA01-1198-1CB38C4D62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C9E41F-9370-2582-577E-52C0B8DFAD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 anchor="ctr">
            <a:normAutofit/>
          </a:bodyPr>
          <a:lstStyle/>
          <a:p>
            <a:pPr lvl="0"/>
            <a:r>
              <a:rPr lang="en-CA" sz="4800" dirty="0">
                <a:solidFill>
                  <a:schemeClr val="bg1"/>
                </a:solidFill>
              </a:rPr>
              <a:t>VL53L1X Live </a:t>
            </a:r>
            <a:br>
              <a:rPr lang="en-CA" sz="4800" dirty="0">
                <a:solidFill>
                  <a:schemeClr val="bg1"/>
                </a:solidFill>
              </a:rPr>
            </a:br>
            <a:r>
              <a:rPr lang="en-CA" sz="4800" dirty="0">
                <a:solidFill>
                  <a:schemeClr val="bg1"/>
                </a:solidFill>
              </a:rPr>
              <a:t>Readings</a:t>
            </a:r>
            <a:endParaRPr lang="en-US" sz="4800" i="1" dirty="0">
              <a:solidFill>
                <a:schemeClr val="bg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B9F1E05-BBEB-75D8-3984-C5347A83B3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B24945-5162-D7AF-AE4C-30435A8D5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VL53L1X continuously measuring distance in millimeters through I²C (address 0x29)</a:t>
            </a:r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F03CA21D-F171-EA34-6D90-45E86C17CD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5062" y="804066"/>
            <a:ext cx="3588503" cy="3722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929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3EBF6F-3293-0FB0-05F3-965EFA17D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>
            <a:extLst>
              <a:ext uri="{FF2B5EF4-FFF2-40B4-BE49-F238E27FC236}">
                <a16:creationId xmlns:a16="http://schemas.microsoft.com/office/drawing/2014/main" id="{4502A782-7A16-A477-D1D7-93A6AF63F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F9487DC-C241-5687-C71F-299F7F9313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 anchor="ctr">
            <a:normAutofit/>
          </a:bodyPr>
          <a:lstStyle/>
          <a:p>
            <a:pPr lvl="0"/>
            <a:r>
              <a:rPr lang="en-US" sz="4800" dirty="0">
                <a:solidFill>
                  <a:schemeClr val="bg1"/>
                </a:solidFill>
              </a:rPr>
              <a:t>VL53L1X Mounted 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to Hardware Case</a:t>
            </a:r>
            <a:endParaRPr lang="en-US" sz="4800" i="1" dirty="0">
              <a:solidFill>
                <a:schemeClr val="bg1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95B4C6B-2564-1D39-3C76-FF23DFBA09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745EA-D2F2-5A8C-8F17-DDD312F7B6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VL53L1X mounted securely to the hardware case for stable distance measurement</a:t>
            </a:r>
            <a:r>
              <a:rPr lang="en-US" dirty="0"/>
              <a:t>.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8" name="Picture 7" descr="A red circuit board with wires and wires&#10;&#10;AI-generated content may be incorrect.">
            <a:extLst>
              <a:ext uri="{FF2B5EF4-FFF2-40B4-BE49-F238E27FC236}">
                <a16:creationId xmlns:a16="http://schemas.microsoft.com/office/drawing/2014/main" id="{FC0DDF4F-475B-198F-ABDD-A45649A066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0448" y="912498"/>
            <a:ext cx="5354130" cy="358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28174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WO.pptx" id="{80AA9D2D-EE59-4148-A11E-A51EEE828B28}" vid="{AEAFD717-D3C8-4034-8F7E-D5220B0CCEB8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9DAD249-BF80-48EF-9AFB-36A11BCDC2C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A59D56-2157-4202-9D02-F44E447A241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4F4D41-822D-40F2-A7AC-E4E6CB36CA7A}">
  <ds:schemaRefs>
    <ds:schemaRef ds:uri="http://schemas.microsoft.com/office/2006/documentManagement/types"/>
    <ds:schemaRef ds:uri="16c05727-aa75-4e4a-9b5f-8a80a1165891"/>
    <ds:schemaRef ds:uri="http://purl.org/dc/dcmitype/"/>
    <ds:schemaRef ds:uri="http://schemas.microsoft.com/office/2006/metadata/properties"/>
    <ds:schemaRef ds:uri="http://purl.org/dc/terms/"/>
    <ds:schemaRef ds:uri="230e9df3-be65-4c73-a93b-d1236ebd677e"/>
    <ds:schemaRef ds:uri="71af3243-3dd4-4a8d-8c0d-dd76da1f02a5"/>
    <ds:schemaRef ds:uri="http://schemas.openxmlformats.org/package/2006/metadata/core-properties"/>
    <ds:schemaRef ds:uri="http://schemas.microsoft.com/office/infopath/2007/PartnerControls"/>
    <ds:schemaRef ds:uri="http://schemas.microsoft.com/sharepoint/v3"/>
    <ds:schemaRef ds:uri="http://www.w3.org/XML/1998/namespace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{46C03029-A99A-4076-8E36-1F6CE81710E5}TFf0a5ceae-4542-492d-822e-d65a94fb0e1e3b562c5a_win32-009a0557e699</Template>
  <TotalTime>39</TotalTime>
  <Words>59</Words>
  <Application>Microsoft Office PowerPoint</Application>
  <PresentationFormat>Widescreen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Bookman Old Style</vt:lpstr>
      <vt:lpstr>Calibri</vt:lpstr>
      <vt:lpstr>Franklin Gothic Book</vt:lpstr>
      <vt:lpstr>Custom</vt:lpstr>
      <vt:lpstr>Kush Patel </vt:lpstr>
      <vt:lpstr>Sensor: VL53L1X Time-of-Flight Distance Sensor I²C Address: 0x29</vt:lpstr>
      <vt:lpstr>VL53L1X Live  Readings</vt:lpstr>
      <vt:lpstr>VL53L1X Mounted  to Hardware Case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Kush Patel</dc:creator>
  <cp:lastModifiedBy>Kush Patel</cp:lastModifiedBy>
  <cp:revision>2</cp:revision>
  <dcterms:created xsi:type="dcterms:W3CDTF">2025-11-25T13:58:29Z</dcterms:created>
  <dcterms:modified xsi:type="dcterms:W3CDTF">2025-11-25T14:37:43Z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