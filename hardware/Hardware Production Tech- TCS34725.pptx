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60" r:id="rId6"/>
    <p:sldId id="259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 fontScale="90000"/>
          </a:bodyPr>
          <a:lstStyle/>
          <a:p>
            <a:r>
              <a:rPr lang="en-US" sz="8000" dirty="0"/>
              <a:t>Hardware </a:t>
            </a:r>
            <a:r>
              <a:rPr lang="en-US" dirty="0"/>
              <a:t>Production Tech- TCS34725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Daksh rana  - N01664095 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3136DFE1-7A29-D79A-855D-86BA875C6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Mounted sensor &amp; i2c Address:-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8326F3D-2923-E703-27F8-41F02D0F4D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r="10784" b="-1"/>
          <a:stretch>
            <a:fillRect/>
          </a:stretch>
        </p:blipFill>
        <p:spPr>
          <a:xfrm>
            <a:off x="1097281" y="2330449"/>
            <a:ext cx="4639736" cy="3748193"/>
          </a:xfrm>
          <a:prstGeom prst="rect">
            <a:avLst/>
          </a:prstGeom>
          <a:noFill/>
        </p:spPr>
      </p:pic>
      <p:pic>
        <p:nvPicPr>
          <p:cNvPr id="7" name="Content Placeholder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68CF4D8-8A87-5105-E6C2-7CAD7EDE3D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984" y="2330450"/>
            <a:ext cx="4639736" cy="374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17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6A7727B-EB15-9933-60AD-2B222C3DB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Readings:-</a:t>
            </a:r>
          </a:p>
        </p:txBody>
      </p:sp>
      <p:pic>
        <p:nvPicPr>
          <p:cNvPr id="9" name="Content Placeholder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690F4A7-4EAC-1D62-35D3-744E53310D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306" y="2108201"/>
            <a:ext cx="6216348" cy="37608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45679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2F3779A-1A76-8421-2E7A-BB5ECB364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US" sz="3600" b="1" dirty="0"/>
              <a:t>Sensor Name:</a:t>
            </a:r>
            <a:r>
              <a:rPr lang="en-US" sz="3600" dirty="0"/>
              <a:t> TCS34725 RGB Color Sensor</a:t>
            </a:r>
            <a:br>
              <a:rPr lang="en-US" sz="3600" dirty="0"/>
            </a:br>
            <a:r>
              <a:rPr lang="en-US" sz="3600" b="1" dirty="0"/>
              <a:t>I2C Address:</a:t>
            </a:r>
            <a:r>
              <a:rPr lang="en-US" sz="3600" dirty="0"/>
              <a:t> </a:t>
            </a:r>
            <a:r>
              <a:rPr lang="en-US" sz="3600" b="1" dirty="0"/>
              <a:t>0x29</a:t>
            </a:r>
            <a:br>
              <a:rPr lang="en-US" sz="3600" dirty="0"/>
            </a:br>
            <a:r>
              <a:rPr lang="en-US" sz="3600" b="1" dirty="0"/>
              <a:t>Communication:</a:t>
            </a:r>
            <a:r>
              <a:rPr lang="en-US" sz="3600" dirty="0"/>
              <a:t> I²C Bus 1</a:t>
            </a:r>
            <a:br>
              <a:rPr lang="en-US" sz="3600" dirty="0"/>
            </a:br>
            <a:r>
              <a:rPr lang="en-US" sz="3600" b="1" dirty="0"/>
              <a:t>Function:</a:t>
            </a:r>
            <a:r>
              <a:rPr lang="en-US" sz="3600" dirty="0"/>
              <a:t> Detects Red, Green, Blue, and Clear light levels to determine object color.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8B548B4-5068-02E7-0DF8-BE9A148B6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>
            <a:normAutofit fontScale="32500" lnSpcReduction="20000"/>
          </a:bodyPr>
          <a:lstStyle/>
          <a:p>
            <a:r>
              <a:rPr lang="en-US" dirty="0"/>
              <a:t>TCS34725 works via I²C at </a:t>
            </a:r>
            <a:r>
              <a:rPr lang="en-US" b="1" dirty="0"/>
              <a:t>0x29</a:t>
            </a:r>
            <a:r>
              <a:rPr lang="en-US" dirty="0"/>
              <a:t>.</a:t>
            </a:r>
          </a:p>
          <a:p>
            <a:r>
              <a:rPr lang="en-US" dirty="0"/>
              <a:t>RGB + Clear readings update correctly.</a:t>
            </a:r>
          </a:p>
          <a:p>
            <a:r>
              <a:rPr lang="en-US" dirty="0"/>
              <a:t>Color detection identifies </a:t>
            </a:r>
            <a:r>
              <a:rPr lang="en-US" b="1" dirty="0"/>
              <a:t>red</a:t>
            </a:r>
            <a:r>
              <a:rPr lang="en-US" dirty="0"/>
              <a:t> and </a:t>
            </a:r>
            <a:r>
              <a:rPr lang="en-US" b="1" dirty="0"/>
              <a:t>green</a:t>
            </a:r>
            <a:r>
              <a:rPr lang="en-US" dirty="0"/>
              <a:t>.</a:t>
            </a:r>
          </a:p>
          <a:p>
            <a:r>
              <a:rPr lang="en-US" dirty="0"/>
              <a:t>Sensor is securely mounted with LED active.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75114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{8A3C53FB-9864-4012-9B00-A18D9BFD07F4}TFf0a5ceae-4542-492d-822e-d65a94fb0e1e3b562c5a_win32-009a0557e699</Template>
  <TotalTime>51</TotalTime>
  <Words>83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Bookman Old Style</vt:lpstr>
      <vt:lpstr>Calibri</vt:lpstr>
      <vt:lpstr>Franklin Gothic Book</vt:lpstr>
      <vt:lpstr>Custom</vt:lpstr>
      <vt:lpstr>Hardware Production Tech- TCS34725</vt:lpstr>
      <vt:lpstr>Mounted sensor &amp; i2c Address:-</vt:lpstr>
      <vt:lpstr>Readings:-</vt:lpstr>
      <vt:lpstr>Sensor Name: TCS34725 RGB Color Sensor I2C Address: 0x29 Communication: I²C Bus 1 Function: Detects Red, Green, Blue, and Clear light levels to determine object color.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Daksh Maheshkumar Rana</dc:creator>
  <cp:lastModifiedBy>Daksh Maheshkumar Rana</cp:lastModifiedBy>
  <cp:revision>6</cp:revision>
  <dcterms:created xsi:type="dcterms:W3CDTF">2025-12-04T16:55:14Z</dcterms:created>
  <dcterms:modified xsi:type="dcterms:W3CDTF">2025-12-04T17:46:20Z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